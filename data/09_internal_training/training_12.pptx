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通际名联网络有限公司 是中国 机器人 行业的重要企业之一。</a:t>
            </a:r>
          </a:p>
          <a:p>
            <a:r>
              <a:t>根据华辰资本 资产配置委员会 的研究，该公司成立于 2016 年，</a:t>
            </a:r>
          </a:p>
          <a:p>
            <a:r>
              <a:t>目前员工规模约 3310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精芯信息有限公司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新能源 行业的投资机会，并对 富罳网络有限公司</a:t>
            </a:r>
          </a:p>
          <a:p>
            <a:r>
              <a:t>进行了重点评估。</a:t>
            </a:r>
          </a:p>
          <a:p/>
          <a:p/>
          <a:p>
            <a:r>
              <a:t>华成育卓传媒有限公司 是中国 人工智能 行业的重要企业之一。</a:t>
            </a:r>
          </a:p>
          <a:p>
            <a:r>
              <a:t>根据华辰资本 资产配置委员会 的研究，该公司成立于 2006 年，</a:t>
            </a:r>
          </a:p>
          <a:p>
            <a:r>
              <a:t>目前员工规模约 7579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戴硕电子网络有限公司 是中国 新能源 行业的重要企业之一。</a:t>
            </a:r>
          </a:p>
          <a:p>
            <a:r>
              <a:t>根据华辰资本 量化研究部 的研究，该公司成立于 2016 年，</a:t>
            </a:r>
          </a:p>
          <a:p>
            <a:r>
              <a:t>目前员工规模约 2243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飞海科技传媒有限公司 是中国 消费科技 行业的重要企业之一。</a:t>
            </a:r>
          </a:p>
          <a:p>
            <a:r>
              <a:t>根据华辰资本 投资策略部 的研究，该公司成立于 2016 年，</a:t>
            </a:r>
          </a:p>
          <a:p>
            <a:r>
              <a:t>目前员工规模约 2007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新格林耐特网络有限公司 主要位于产业链的 下游 环节。</a:t>
            </a:r>
          </a:p>
          <a:p/>
          <a:p/>
          <a:p>
            <a:r>
              <a:t>根据内部财务模型测算，明腾传媒有限公司 在未来三年</a:t>
            </a:r>
          </a:p>
          <a:p>
            <a:r>
              <a:t>收入复合增长率预计可达到 17%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华泰通安传媒有限公司 是中国 消费科技 行业的重要企业之一。</a:t>
            </a:r>
          </a:p>
          <a:p>
            <a:r>
              <a:t>根据华辰资本 投资委员会 的研究，该公司成立于 2006 年，</a:t>
            </a:r>
          </a:p>
          <a:p>
            <a:r>
              <a:t>目前员工规模约 1155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新格林耐特网络有限公司 主要位于产业链的 上游 环节。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联通时科传媒有限公司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方正科技传媒有限公司 是中国 人工智能 行业的重要企业之一。</a:t>
            </a:r>
          </a:p>
          <a:p>
            <a:r>
              <a:t>根据华辰资本 投资委员会 的研究，该公司成立于 2019 年，</a:t>
            </a:r>
          </a:p>
          <a:p>
            <a:r>
              <a:t>目前员工规模约 2043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新格林耐特网络有限公司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图龙信息传媒有限公司 是中国 机器人 行业的重要企业之一。</a:t>
            </a:r>
          </a:p>
          <a:p>
            <a:r>
              <a:t>根据华辰资本 风险管理部 的研究，该公司成立于 2007 年，</a:t>
            </a:r>
          </a:p>
          <a:p>
            <a:r>
              <a:t>目前员工规模约 2000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中建创业科技有限公司 主要位于产业链的 下游 环节。</a:t>
            </a:r>
          </a:p>
          <a:p/>
          <a:p/>
          <a:p>
            <a:r>
              <a:t>根据内部财务模型测算，九方传媒有限公司 在未来三年</a:t>
            </a:r>
          </a:p>
          <a:p>
            <a:r>
              <a:t>收入复合增长率预计可达到 19%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根据内部财务模型测算，惠派国际公司科技有限公司 在未来三年</a:t>
            </a:r>
          </a:p>
          <a:p>
            <a:r>
              <a:t>收入复合增长率预计可达到 16%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根据内部财务模型测算，巨奥传媒有限公司 在未来三年</a:t>
            </a:r>
          </a:p>
          <a:p>
            <a:r>
              <a:t>收入复合增长率预计可达到 35%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华泰通安网络有限公司 主要位于产业链的 上游 环节。</a:t>
            </a:r>
          </a:p>
          <a:p/>
          <a:p/>
          <a:p>
            <a:r>
              <a:t>飞利信科技有限公司 是中国 人工智能 行业的重要企业之一。</a:t>
            </a:r>
          </a:p>
          <a:p>
            <a:r>
              <a:t>根据华辰资本 投资策略部 的研究，该公司成立于 2018 年，</a:t>
            </a:r>
          </a:p>
          <a:p>
            <a:r>
              <a:t>目前员工规模约 1801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根据内部财务模型测算，毕博诚信息有限公司 在未来三年</a:t>
            </a:r>
          </a:p>
          <a:p>
            <a:r>
              <a:t>收入复合增长率预计可达到 35%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根据内部财务模型测算，联软科技有限公司 在未来三年</a:t>
            </a:r>
          </a:p>
          <a:p>
            <a:r>
              <a:t>收入复合增长率预计可达到 11%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医疗科技 行业的投资机会，并对 华成育卓科技有限公司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精芯信息有限公司 是中国 半导体 行业的重要企业之一。</a:t>
            </a:r>
          </a:p>
          <a:p>
            <a:r>
              <a:t>根据华辰资本 投资委员会 的研究，该公司成立于 2019 年，</a:t>
            </a:r>
          </a:p>
          <a:p>
            <a:r>
              <a:t>目前员工规模约 5163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昊嘉科技有限公司 是中国 医疗科技 行业的重要企业之一。</a:t>
            </a:r>
          </a:p>
          <a:p>
            <a:r>
              <a:t>根据华辰资本 风险管理部 的研究，该公司成立于 2006 年，</a:t>
            </a:r>
          </a:p>
          <a:p>
            <a:r>
              <a:t>目前员工规模约 7977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根据内部财务模型测算，恩悌网络有限公司 在未来三年</a:t>
            </a:r>
          </a:p>
          <a:p>
            <a:r>
              <a:t>收入复合增长率预计可达到 34%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信诚致远网络有限公司 主要位于产业链的 中游 环节。</a:t>
            </a:r>
          </a:p>
          <a:p/>
          <a:p/>
          <a:p>
            <a:r>
              <a:t>根据内部财务模型测算，明腾传媒有限公司 在未来三年</a:t>
            </a:r>
          </a:p>
          <a:p>
            <a:r>
              <a:t>收入复合增长率预计可达到 25%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根据内部财务模型测算，惠派国际公司科技有限公司 在未来三年</a:t>
            </a:r>
          </a:p>
          <a:p>
            <a:r>
              <a:t>收入复合增长率预计可达到 29%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根据内部财务模型测算，飞海科技传媒有限公司 在未来三年</a:t>
            </a:r>
          </a:p>
          <a:p>
            <a:r>
              <a:t>收入复合增长率预计可达到 30%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消费科技 行业的投资机会，并对 天开科技有限公司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消费科技 行业的投资机会，并对 华泰通安传媒有限公司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华成育卓传媒有限公司 是中国 人工智能 行业的重要企业之一。</a:t>
            </a:r>
          </a:p>
          <a:p>
            <a:r>
              <a:t>根据华辰资本 投资策略部 的研究，该公司成立于 2006 年，</a:t>
            </a:r>
          </a:p>
          <a:p>
            <a:r>
              <a:t>目前员工规模约 7579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根据内部财务模型测算，华泰通安网络有限公司 在未来三年</a:t>
            </a:r>
          </a:p>
          <a:p>
            <a:r>
              <a:t>收入复合增长率预计可达到 11%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信诚致远科技有限公司 主要位于产业链的 上游 环节。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根据内部财务模型测算，惠派国际公司科技有限公司 在未来三年</a:t>
            </a:r>
          </a:p>
          <a:p>
            <a:r>
              <a:t>收入复合增长率预计可达到 35%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惠派国际公司科技有限公司 是中国 人工智能 行业的重要企业之一。</a:t>
            </a:r>
          </a:p>
          <a:p>
            <a:r>
              <a:t>根据华辰资本 量化研究部 的研究，该公司成立于 2019 年，</a:t>
            </a:r>
          </a:p>
          <a:p>
            <a:r>
              <a:t>目前员工规模约 6944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昊嘉科技有限公司 是中国 医疗科技 行业的重要企业之一。</a:t>
            </a:r>
          </a:p>
          <a:p>
            <a:r>
              <a:t>根据华辰资本 风险管理部 的研究，该公司成立于 2006 年，</a:t>
            </a:r>
          </a:p>
          <a:p>
            <a:r>
              <a:t>目前员工规模约 7977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联软科技有限公司 是中国 消费科技 行业的重要企业之一。</a:t>
            </a:r>
          </a:p>
          <a:p>
            <a:r>
              <a:t>根据华辰资本 资产配置委员会 的研究，该公司成立于 2009 年，</a:t>
            </a:r>
          </a:p>
          <a:p>
            <a:r>
              <a:t>目前员工规模约 7080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鑫博腾飞信息有限公司 主要位于产业链的 中游 环节。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