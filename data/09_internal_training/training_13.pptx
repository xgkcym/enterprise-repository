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上游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惠派国际公司科技有限公司 是中国 人工智能 行业的重要企业之一。</a:t>
            </a:r>
          </a:p>
          <a:p>
            <a:r>
              <a:t>根据华辰资本 量化研究部 的研究，该公司成立于 2019 年，</a:t>
            </a:r>
          </a:p>
          <a:p>
            <a:r>
              <a:t>目前员工规模约 6944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迪摩信息有限公司 主要位于产业链的 下游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根据内部财务模型测算，浦华众城网络有限公司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良诺科技有限公司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上游 环节。</a:t>
            </a:r>
          </a:p>
          <a:p/>
          <a:p/>
          <a:p>
            <a:r>
              <a:t>雨林木风计算机科技有限公司 是中国 半导体 行业的重要企业之一。</a:t>
            </a:r>
          </a:p>
          <a:p>
            <a:r>
              <a:t>根据华辰资本 投资委员会 的研究，该公司成立于 2007 年，</a:t>
            </a:r>
          </a:p>
          <a:p>
            <a:r>
              <a:t>目前员工规模约 7826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医疗科技 行业的投资机会，并对 九方传媒有限公司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联通时科传媒有限公司 主要位于产业链的 下游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良诺科技有限公司 是中国 云计算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1663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鑫博腾飞信息有限公司 是中国 消费科技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4167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昂歌信息信息有限公司 是中国 消费科技 行业的重要企业之一。</a:t>
            </a:r>
          </a:p>
          <a:p>
            <a:r>
              <a:t>根据华辰资本 风险管理部 的研究，该公司成立于 2010 年，</a:t>
            </a:r>
          </a:p>
          <a:p>
            <a:r>
              <a:t>目前员工规模约 7892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明腾传媒有限公司 是中国 人工智能 行业的重要企业之一。</a:t>
            </a:r>
          </a:p>
          <a:p>
            <a:r>
              <a:t>根据华辰资本 风险管理部 的研究，该公司成立于 2011 年，</a:t>
            </a:r>
          </a:p>
          <a:p>
            <a:r>
              <a:t>目前员工规模约 2688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联软科技有限公司 是中国 消费科技 行业的重要企业之一。</a:t>
            </a:r>
          </a:p>
          <a:p>
            <a:r>
              <a:t>根据华辰资本 投资策略部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根据内部财务模型测算，富罳网络有限公司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昂歌信息信息有限公司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华成育卓科技有限公司 是中国 医疗科技 行业的重要企业之一。</a:t>
            </a:r>
          </a:p>
          <a:p>
            <a:r>
              <a:t>根据华辰资本 风险管理部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中游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富罳网络有限公司</a:t>
            </a:r>
          </a:p>
          <a:p>
            <a:r>
              <a:t>进行了重点评估。</a:t>
            </a:r>
          </a:p>
          <a:p/>
          <a:p/>
          <a:p>
            <a:r>
              <a:t>佳禾传媒有限公司 是中国 云计算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信诚致远网络有限公司 是中国 半导体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明腾传媒有限公司</a:t>
            </a:r>
          </a:p>
          <a:p>
            <a:r>
              <a:t>进行了重点评估。</a:t>
            </a:r>
          </a:p>
          <a:p/>
          <a:p/>
          <a:p>
            <a:r>
              <a:t>良诺科技有限公司 是中国 云计算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1663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戴硕电子网络有限公司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飞海科技传媒有限公司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创汇传媒有限公司 是中国 新能源 行业的重要企业之一。</a:t>
            </a:r>
          </a:p>
          <a:p>
            <a:r>
              <a:t>根据华辰资本 风险管理部 的研究，该公司成立于 2017 年，</a:t>
            </a:r>
          </a:p>
          <a:p>
            <a:r>
              <a:t>目前员工规模约 7084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图龙信息传媒有限公司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根据内部财务模型测算，通际名联网络有限公司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