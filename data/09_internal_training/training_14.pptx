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根据内部财务模型测算，通际名联网络有限公司 在未来三年</a:t>
            </a:r>
          </a:p>
          <a:p>
            <a:r>
              <a:t>收入复合增长率预计可达到 28%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联软网络有限公司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华成育卓科技有限公司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根据内部财务模型测算，九方传媒有限公司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九方传媒有限公司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根据内部财务模型测算，良诺科技有限公司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半导体 行业的投资机会，并对 精芯信息有限公司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云计算 行业的投资机会，并对 佳禾传媒有限公司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根据内部财务模型测算，精芯信息有限公司 在未来三年</a:t>
            </a:r>
          </a:p>
          <a:p>
            <a:r>
              <a:t>收入复合增长率预计可达到 25%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根据内部财务模型测算，良诺科技有限公司 在未来三年</a:t>
            </a:r>
          </a:p>
          <a:p>
            <a:r>
              <a:t>收入复合增长率预计可达到 34%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根据内部财务模型测算，新格林耐特网络有限公司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根据内部财务模型测算，飞海科技传媒有限公司 在未来三年</a:t>
            </a:r>
          </a:p>
          <a:p>
            <a:r>
              <a:t>收入复合增长率预计可达到 12%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通际名联网络有限公司 是中国 机器人 行业的重要企业之一。</a:t>
            </a:r>
          </a:p>
          <a:p>
            <a:r>
              <a:t>根据华辰资本 投资委员会 的研究，该公司成立于 2016 年，</a:t>
            </a:r>
          </a:p>
          <a:p>
            <a:r>
              <a:t>目前员工规模约 3310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根据内部财务模型测算，富罳网络有限公司 在未来三年</a:t>
            </a:r>
          </a:p>
          <a:p>
            <a:r>
              <a:t>收入复合增长率预计可达到 10%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人工智能 行业的投资机会，并对 惠派国际公司科技有限公司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戴硕电子网络有限公司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明腾传媒有限公司 主要位于产业链的 下游 环节。</a:t>
            </a:r>
          </a:p>
          <a:p/>
          <a:p/>
          <a:p>
            <a:r>
              <a:t>根据内部财务模型测算，飞利信科技有限公司 在未来三年</a:t>
            </a:r>
          </a:p>
          <a:p>
            <a:r>
              <a:t>收入复合增长率预计可达到 31%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新格林耐特网络有限公司 是中国 人工智能 行业的重要企业之一。</a:t>
            </a:r>
          </a:p>
          <a:p>
            <a:r>
              <a:t>根据华辰资本 投资策略部 的研究，该公司成立于 2016 年，</a:t>
            </a:r>
          </a:p>
          <a:p>
            <a:r>
              <a:t>目前员工规模约 5006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半导体 行业的投资机会，并对 精芯信息有限公司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天开科技有限公司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根据内部财务模型测算，图龙信息传媒有限公司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机器人 行业的投资机会，并对 毕博诚信息有限公司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云计算 行业的投资机会，并对 艾提科信科技有限公司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昊嘉科技有限公司 主要位于产业链的 下游 环节。</a:t>
            </a:r>
          </a:p>
          <a:p/>
          <a:p/>
          <a:p>
            <a:r>
              <a:t>方正科技传媒有限公司 是中国 人工智能 行业的重要企业之一。</a:t>
            </a:r>
          </a:p>
          <a:p>
            <a:r>
              <a:t>根据华辰资本 资产配置委员会 的研究，该公司成立于 2019 年，</a:t>
            </a:r>
          </a:p>
          <a:p>
            <a:r>
              <a:t>目前员工规模约 2043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方正科技信息有限公司 是中国 消费科技 行业的重要企业之一。</a:t>
            </a:r>
          </a:p>
          <a:p>
            <a:r>
              <a:t>根据华辰资本 投资委员会 的研究，该公司成立于 2006 年，</a:t>
            </a:r>
          </a:p>
          <a:p>
            <a:r>
              <a:t>目前员工规模约 4942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明腾传媒有限公司 是中国 人工智能 行业的重要企业之一。</a:t>
            </a:r>
          </a:p>
          <a:p>
            <a:r>
              <a:t>根据华辰资本 量化研究部 的研究，该公司成立于 2011 年，</a:t>
            </a:r>
          </a:p>
          <a:p>
            <a:r>
              <a:t>目前员工规模约 2688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半导体 行业的投资机会，并对 精芯信息有限公司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创联世纪信息有限公司 是中国 云计算 行业的重要企业之一。</a:t>
            </a:r>
          </a:p>
          <a:p>
            <a:r>
              <a:t>根据华辰资本 投资策略部 的研究，该公司成立于 2005 年，</a:t>
            </a:r>
          </a:p>
          <a:p>
            <a:r>
              <a:t>目前员工规模约 3637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鑫博腾飞信息有限公司 主要位于产业链的 中游 环节。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创汇传媒有限公司 主要位于产业链的 中游 环节。</a:t>
            </a:r>
          </a:p>
          <a:p/>
          <a:p/>
          <a:p>
            <a:r>
              <a:t>根据内部财务模型测算，信诚致远科技有限公司 在未来三年</a:t>
            </a:r>
          </a:p>
          <a:p>
            <a:r>
              <a:t>收入复合增长率预计可达到 25%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联软科技有限公司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人工智能 行业的投资机会，并对 通际名联科技有限公司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飞利信科技有限公司 主要位于产业链的 中游 环节。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人工智能 行业的投资机会，并对 巨奥传媒有限公司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