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艾提科信科技有限公司 是中国 云计算 行业的重要企业之一。</a:t>
            </a:r>
          </a:p>
          <a:p>
            <a:r>
              <a:t>根据华辰资本 投资策略部 的研究，该公司成立于 2006 年，</a:t>
            </a:r>
          </a:p>
          <a:p>
            <a:r>
              <a:t>目前员工规模约 3804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信诚致远科技有限公司 主要位于产业链的 上游 环节。</a:t>
            </a:r>
          </a:p>
          <a:p/>
          <a:p/>
          <a:p>
            <a:r>
              <a:t>良诺科技有限公司 是中国 云计算 行业的重要企业之一。</a:t>
            </a:r>
          </a:p>
          <a:p>
            <a:r>
              <a:t>根据华辰资本 投资委员会 的研究，该公司成立于 2016 年，</a:t>
            </a:r>
          </a:p>
          <a:p>
            <a:r>
              <a:t>目前员工规模约 1663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恩悌网络有限公司 是中国 新能源 行业的重要企业之一。</a:t>
            </a:r>
          </a:p>
          <a:p>
            <a:r>
              <a:t>根据华辰资本 风险管理部 的研究，该公司成立于 2011 年，</a:t>
            </a:r>
          </a:p>
          <a:p>
            <a:r>
              <a:t>目前员工规模约 7408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联软网络有限公司 主要位于产业链的 中游 环节。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半导体 行业的投资机会，并对 精芯信息有限公司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根据内部财务模型测算，信诚致远网络有限公司 在未来三年</a:t>
            </a:r>
          </a:p>
          <a:p>
            <a:r>
              <a:t>收入复合增长率预计可达到 15%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通际名联科技有限公司 主要位于产业链的 上游 环节。</a:t>
            </a:r>
          </a:p>
          <a:p/>
          <a:p/>
          <a:p>
            <a:r>
              <a:t>根据内部财务模型测算，昊嘉科技有限公司 在未来三年</a:t>
            </a:r>
          </a:p>
          <a:p>
            <a:r>
              <a:t>收入复合增长率预计可达到 11%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根据内部财务模型测算，雨林木风计算机科技有限公司 在未来三年</a:t>
            </a:r>
          </a:p>
          <a:p>
            <a:r>
              <a:t>收入复合增长率预计可达到 19%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恩悌网络有限公司 主要位于产业链的 上游 环节。</a:t>
            </a:r>
          </a:p>
          <a:p/>
          <a:p/>
          <a:p>
            <a:r>
              <a:t>根据内部财务模型测算，鑫博腾飞信息有限公司 在未来三年</a:t>
            </a:r>
          </a:p>
          <a:p>
            <a:r>
              <a:t>收入复合增长率预计可达到 30%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机器人 行业的投资机会，并对 通际名联网络有限公司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图龙信息传媒有限公司 是中国 机器人 行业的重要企业之一。</a:t>
            </a:r>
          </a:p>
          <a:p>
            <a:r>
              <a:t>根据华辰资本 资产配置委员会 的研究，该公司成立于 2007 年，</a:t>
            </a:r>
          </a:p>
          <a:p>
            <a:r>
              <a:t>目前员工规模约 2000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艾提科信科技有限公司 是中国 云计算 行业的重要企业之一。</a:t>
            </a:r>
          </a:p>
          <a:p>
            <a:r>
              <a:t>根据华辰资本 投资委员会 的研究，该公司成立于 2006 年，</a:t>
            </a:r>
          </a:p>
          <a:p>
            <a:r>
              <a:t>目前员工规模约 3804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云计算 行业的投资机会，并对 佳禾传媒有限公司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根据内部财务模型测算，新格林耐特网络有限公司 在未来三年</a:t>
            </a:r>
          </a:p>
          <a:p>
            <a:r>
              <a:t>收入复合增长率预计可达到 35%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根据内部财务模型测算，创联世纪信息有限公司 在未来三年</a:t>
            </a:r>
          </a:p>
          <a:p>
            <a:r>
              <a:t>收入复合增长率预计可达到 18%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通际名联网络有限公司 主要位于产业链的 中游 环节。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根据内部财务模型测算，华成育卓科技有限公司 在未来三年</a:t>
            </a:r>
          </a:p>
          <a:p>
            <a:r>
              <a:t>收入复合增长率预计可达到 17%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新能源 行业的投资机会，并对 创汇传媒有限公司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雨林木风计算机科技有限公司 主要位于产业链的 中游 环节。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半导体 行业的投资机会，并对 信诚致远网络有限公司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华成育卓科技有限公司 主要位于产业链的 上游 环节。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鑫博腾飞信息有限公司 主要位于产业链的 下游 环节。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昊嘉科技有限公司 是中国 医疗科技 行业的重要企业之一。</a:t>
            </a:r>
          </a:p>
          <a:p>
            <a:r>
              <a:t>根据华辰资本 投资策略部 的研究，该公司成立于 2006 年，</a:t>
            </a:r>
          </a:p>
          <a:p>
            <a:r>
              <a:t>目前员工规模约 7977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图龙信息传媒有限公司 是中国 机器人 行业的重要企业之一。</a:t>
            </a:r>
          </a:p>
          <a:p>
            <a:r>
              <a:t>根据华辰资本 量化研究部 的研究，该公司成立于 2007 年，</a:t>
            </a:r>
          </a:p>
          <a:p>
            <a:r>
              <a:t>目前员工规模约 2000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根据内部财务模型测算，鑫博腾飞信息有限公司 在未来三年</a:t>
            </a:r>
          </a:p>
          <a:p>
            <a:r>
              <a:t>收入复合增长率预计可达到 27%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半导体 行业的投资机会，并对 信诚致远网络有限公司</a:t>
            </a:r>
          </a:p>
          <a:p>
            <a:r>
              <a:t>进行了重点评估。</a:t>
            </a:r>
          </a:p>
          <a:p/>
          <a:p/>
          <a:p>
            <a:r>
              <a:t>昂歌信息信息有限公司 是中国 消费科技 行业的重要企业之一。</a:t>
            </a:r>
          </a:p>
          <a:p>
            <a:r>
              <a:t>根据华辰资本 投资委员会 的研究，该公司成立于 2010 年，</a:t>
            </a:r>
          </a:p>
          <a:p>
            <a:r>
              <a:t>目前员工规模约 7892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联软网络有限公司 是中国 半导体 行业的重要企业之一。</a:t>
            </a:r>
          </a:p>
          <a:p>
            <a:r>
              <a:t>根据华辰资本 量化研究部 的研究，该公司成立于 2012 年，</a:t>
            </a:r>
          </a:p>
          <a:p>
            <a:r>
              <a:t>目前员工规模约 5582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通际名联网络有限公司 主要位于产业链的 中游 环节。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华成育卓传媒有限公司 主要位于产业链的 上游 环节。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联软网络有限公司 是中国 半导体 行业的重要企业之一。</a:t>
            </a:r>
          </a:p>
          <a:p>
            <a:r>
              <a:t>根据华辰资本 投资委员会 的研究，该公司成立于 2012 年，</a:t>
            </a:r>
          </a:p>
          <a:p>
            <a:r>
              <a:t>目前员工规模约 5582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泰麒麟网络有限公司 主要位于产业链的 中游 环节。</a:t>
            </a:r>
          </a:p>
          <a:p/>
          <a:p/>
          <a:p>
            <a:r>
              <a:t>根据内部财务模型测算，恩悌网络有限公司 在未来三年</a:t>
            </a:r>
          </a:p>
          <a:p>
            <a:r>
              <a:t>收入复合增长率预计可达到 26%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新格林耐特网络有限公司 主要位于产业链的 下游 环节。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鑫博腾飞信息有限公司 主要位于产业链的 上游 环节。</a:t>
            </a:r>
          </a:p>
          <a:p/>
          <a:p/>
          <a:p>
            <a:r>
              <a:t>根据内部财务模型测算，佳禾传媒有限公司 在未来三年</a:t>
            </a:r>
          </a:p>
          <a:p>
            <a:r>
              <a:t>收入复合增长率预计可达到 35%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