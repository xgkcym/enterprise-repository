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医疗科技 行业的投资机会，并对 迪摩信息有限公司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华泰通安传媒有限公司 主要位于产业链的 上游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根据内部财务模型测算，恩悌网络有限公司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华泰通安网络有限公司 是中国 半导体 行业的重要企业之一。</a:t>
            </a:r>
          </a:p>
          <a:p>
            <a:r>
              <a:t>根据华辰资本 量化研究部 的研究，该公司成立于 2007 年，</a:t>
            </a:r>
          </a:p>
          <a:p>
            <a:r>
              <a:t>目前员工规模约 3086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通际名联科技有限公司 主要位于产业链的 下游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下游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根据内部财务模型测算，创联世纪信息有限公司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下游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中游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通际名联网络有限公司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新格林耐特网络有限公司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良诺科技有限公司 主要位于产业链的 下游 环节。</a:t>
            </a:r>
          </a:p>
          <a:p/>
          <a:p/>
          <a:p>
            <a:r>
              <a:t>毕博诚信息有限公司 是中国 机器人 行业的重要企业之一。</a:t>
            </a:r>
          </a:p>
          <a:p>
            <a:r>
              <a:t>根据华辰资本 风险管理部 的研究，该公司成立于 2017 年，</a:t>
            </a:r>
          </a:p>
          <a:p>
            <a:r>
              <a:t>目前员工规模约 508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信诚致远网络有限公司 是中国 半导体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上游 环节。</a:t>
            </a:r>
          </a:p>
          <a:p/>
          <a:p/>
          <a:p>
            <a:r>
              <a:t>根据内部财务模型测算，图龙信息传媒有限公司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信诚致远科技有限公司 是中国 云计算 行业的重要企业之一。</a:t>
            </a:r>
          </a:p>
          <a:p>
            <a:r>
              <a:t>根据华辰资本 量化研究部 的研究，该公司成立于 2014 年，</a:t>
            </a:r>
          </a:p>
          <a:p>
            <a:r>
              <a:t>目前员工规模约 1360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天开科技有限公司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创汇传媒有限公司 是中国 新能源 行业的重要企业之一。</a:t>
            </a:r>
          </a:p>
          <a:p>
            <a:r>
              <a:t>根据华辰资本 风险管理部 的研究，该公司成立于 2017 年，</a:t>
            </a:r>
          </a:p>
          <a:p>
            <a:r>
              <a:t>目前员工规模约 7084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华成育卓传媒有限公司 是中国 人工智能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天开科技有限公司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方正科技传媒有限公司 是中国 人工智能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雨林木风计算机科技有限公司 是中国 半导体 行业的重要企业之一。</a:t>
            </a:r>
          </a:p>
          <a:p>
            <a:r>
              <a:t>根据华辰资本 投资策略部 的研究，该公司成立于 2007 年，</a:t>
            </a:r>
          </a:p>
          <a:p>
            <a:r>
              <a:t>目前员工规模约 7826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飞利信科技有限公司 是中国 人工智能 行业的重要企业之一。</a:t>
            </a:r>
          </a:p>
          <a:p>
            <a:r>
              <a:t>根据华辰资本 投资策略部 的研究，该公司成立于 2018 年，</a:t>
            </a:r>
          </a:p>
          <a:p>
            <a:r>
              <a:t>目前员工规模约 1801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华泰通安网络有限公司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中建创业科技有限公司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根据内部财务模型测算，通际名联网络有限公司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华成育卓传媒有限公司 主要位于产业链的 中游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根据内部财务模型测算，飞海科技传媒有限公司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