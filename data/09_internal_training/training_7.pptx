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信诚致远科技有限公司 是中国 云计算 行业的重要企业之一。</a:t>
            </a:r>
          </a:p>
          <a:p>
            <a:r>
              <a:t>根据华辰资本 量化研究部 的研究，该公司成立于 2014 年，</a:t>
            </a:r>
          </a:p>
          <a:p>
            <a:r>
              <a:t>目前员工规模约 1360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佳禾传媒有限公司 是中国 云计算 行业的重要企业之一。</a:t>
            </a:r>
          </a:p>
          <a:p>
            <a:r>
              <a:t>根据华辰资本 投资策略部 的研究，该公司成立于 2016 年，</a:t>
            </a:r>
          </a:p>
          <a:p>
            <a:r>
              <a:t>目前员工规模约 3802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机器人 行业的投资机会，并对 毕博诚信息有限公司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根据内部财务模型测算，浦华众城网络有限公司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浦华众城网络有限公司 主要位于产业链的 下游 环节。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根据内部财务模型测算，巨奥传媒有限公司 在未来三年</a:t>
            </a:r>
          </a:p>
          <a:p>
            <a:r>
              <a:t>收入复合增长率预计可达到 15%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艾提科信科技有限公司 是中国 云计算 行业的重要企业之一。</a:t>
            </a:r>
          </a:p>
          <a:p>
            <a:r>
              <a:t>根据华辰资本 资产配置委员会 的研究，该公司成立于 2006 年，</a:t>
            </a:r>
          </a:p>
          <a:p>
            <a:r>
              <a:t>目前员工规模约 3804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联软科技有限公司 主要位于产业链的 中游 环节。</a:t>
            </a:r>
          </a:p>
          <a:p/>
          <a:p/>
          <a:p>
            <a:r>
              <a:t>飞利信科技有限公司 是中国 人工智能 行业的重要企业之一。</a:t>
            </a:r>
          </a:p>
          <a:p>
            <a:r>
              <a:t>根据华辰资本 资产配置委员会 的研究，该公司成立于 2018 年，</a:t>
            </a:r>
          </a:p>
          <a:p>
            <a:r>
              <a:t>目前员工规模约 1801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佳禾传媒有限公司 是中国 云计算 行业的重要企业之一。</a:t>
            </a:r>
          </a:p>
          <a:p>
            <a:r>
              <a:t>根据华辰资本 风险管理部 的研究，该公司成立于 2016 年，</a:t>
            </a:r>
          </a:p>
          <a:p>
            <a:r>
              <a:t>目前员工规模约 3802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华成育卓科技有限公司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根据内部财务模型测算，毕博诚信息有限公司 在未来三年</a:t>
            </a:r>
          </a:p>
          <a:p>
            <a:r>
              <a:t>收入复合增长率预计可达到 11%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云计算 行业的投资机会，并对 创联世纪信息有限公司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根据内部财务模型测算，创联世纪信息有限公司 在未来三年</a:t>
            </a:r>
          </a:p>
          <a:p>
            <a:r>
              <a:t>收入复合增长率预计可达到 19%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根据内部财务模型测算，精芯信息有限公司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机器人 行业的投资机会，并对 毕博诚信息有限公司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明腾传媒有限公司 主要位于产业链的 上游 环节。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通际名联网络有限公司 主要位于产业链的 上游 环节。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飞利信科技有限公司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雨林木风计算机科技有限公司 主要位于产业链的 上游 环节。</a:t>
            </a:r>
          </a:p>
          <a:p/>
          <a:p/>
          <a:p>
            <a:r>
              <a:t>中建创业科技有限公司 是中国 半导体 行业的重要企业之一。</a:t>
            </a:r>
          </a:p>
          <a:p>
            <a:r>
              <a:t>根据华辰资本 投资策略部 的研究，该公司成立于 2006 年，</a:t>
            </a:r>
          </a:p>
          <a:p>
            <a:r>
              <a:t>目前员工规模约 6832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机器人 行业的投资机会，并对 毕博诚信息有限公司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半导体 行业的投资机会，并对 联软网络有限公司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图龙信息传媒有限公司 是中国 机器人 行业的重要企业之一。</a:t>
            </a:r>
          </a:p>
          <a:p>
            <a:r>
              <a:t>根据华辰资本 风险管理部 的研究，该公司成立于 2007 年，</a:t>
            </a:r>
          </a:p>
          <a:p>
            <a:r>
              <a:t>目前员工规模约 2000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联软网络有限公司 主要位于产业链的 上游 环节。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浦华众城网络有限公司 主要位于产业链的 中游 环节。</a:t>
            </a:r>
          </a:p>
          <a:p/>
          <a:p/>
          <a:p>
            <a:r>
              <a:t>根据内部财务模型测算，信诚致远科技有限公司 在未来三年</a:t>
            </a:r>
          </a:p>
          <a:p>
            <a:r>
              <a:t>收入复合增长率预计可达到 27%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创汇传媒有限公司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佳禾传媒有限公司 主要位于产业链的 中游 环节。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根据内部财务模型测算，迪摩信息有限公司 在未来三年</a:t>
            </a:r>
          </a:p>
          <a:p>
            <a:r>
              <a:t>收入复合增长率预计可达到 10%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华成育卓科技有限公司 是中国 医疗科技 行业的重要企业之一。</a:t>
            </a:r>
          </a:p>
          <a:p>
            <a:r>
              <a:t>根据华辰资本 投资委员会 的研究，该公司成立于 2020 年，</a:t>
            </a:r>
          </a:p>
          <a:p>
            <a:r>
              <a:t>目前员工规模约 650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根据内部财务模型测算，华成育卓科技有限公司 在未来三年</a:t>
            </a:r>
          </a:p>
          <a:p>
            <a:r>
              <a:t>收入复合增长率预计可达到 24%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根据内部财务模型测算，浦华众城网络有限公司 在未来三年</a:t>
            </a:r>
          </a:p>
          <a:p>
            <a:r>
              <a:t>收入复合增长率预计可达到 20%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创汇传媒有限公司 主要位于产业链的 下游 环节。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半导体 行业的投资机会，并对 中建创业科技有限公司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新能源 行业的投资机会，并对 创汇传媒有限公司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