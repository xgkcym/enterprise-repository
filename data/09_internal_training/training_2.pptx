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消费科技 行业的投资机会，并对 联通时科传媒有限公司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消费科技 行业的投资机会，并对 联通时科传媒有限公司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华泰通安网络有限公司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联软网络有限公司 主要位于产业链的 下游 环节。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佳禾传媒有限公司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云计算 行业的投资机会，并对 泰麒麟网络有限公司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毕博诚信息有限公司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良诺科技有限公司 主要位于产业链的 上游 环节。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华成育卓传媒有限公司 主要位于产业链的 中游 环节。</a:t>
            </a:r>
          </a:p>
          <a:p/>
          <a:p/>
          <a:p>
            <a:r>
              <a:t>佳禾传媒有限公司 是中国 云计算 行业的重要企业之一。</a:t>
            </a:r>
          </a:p>
          <a:p>
            <a:r>
              <a:t>根据华辰资本 风险管理部 的研究，该公司成立于 2016 年，</a:t>
            </a:r>
          </a:p>
          <a:p>
            <a:r>
              <a:t>目前员工规模约 3802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佳禾传媒有限公司 是中国 云计算 行业的重要企业之一。</a:t>
            </a:r>
          </a:p>
          <a:p>
            <a:r>
              <a:t>根据华辰资本 投资委员会 的研究，该公司成立于 2016 年，</a:t>
            </a:r>
          </a:p>
          <a:p>
            <a:r>
              <a:t>目前员工规模约 3802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半导体 行业的投资机会，并对 中建创业科技有限公司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根据内部财务模型测算，方正科技信息有限公司 在未来三年</a:t>
            </a:r>
          </a:p>
          <a:p>
            <a:r>
              <a:t>收入复合增长率预计可达到 21%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戴硕电子网络有限公司 是中国 新能源 行业的重要企业之一。</a:t>
            </a:r>
          </a:p>
          <a:p>
            <a:r>
              <a:t>根据华辰资本 投资委员会 的研究，该公司成立于 2016 年，</a:t>
            </a:r>
          </a:p>
          <a:p>
            <a:r>
              <a:t>目前员工规模约 2243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鑫博腾飞信息有限公司 是中国 消费科技 行业的重要企业之一。</a:t>
            </a:r>
          </a:p>
          <a:p>
            <a:r>
              <a:t>根据华辰资本 投资策略部 的研究，该公司成立于 2016 年，</a:t>
            </a:r>
          </a:p>
          <a:p>
            <a:r>
              <a:t>目前员工规模约 4167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根据内部财务模型测算，联通时科传媒有限公司 在未来三年</a:t>
            </a:r>
          </a:p>
          <a:p>
            <a:r>
              <a:t>收入复合增长率预计可达到 32%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新格林耐特网络有限公司 是中国 人工智能 行业的重要企业之一。</a:t>
            </a:r>
          </a:p>
          <a:p>
            <a:r>
              <a:t>根据华辰资本 资产配置委员会 的研究，该公司成立于 2016 年，</a:t>
            </a:r>
          </a:p>
          <a:p>
            <a:r>
              <a:t>目前员工规模约 5006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根据内部财务模型测算，巨奥传媒有限公司 在未来三年</a:t>
            </a:r>
          </a:p>
          <a:p>
            <a:r>
              <a:t>收入复合增长率预计可达到 34%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恩悌网络有限公司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医疗科技 行业的投资机会，并对 华成育卓科技有限公司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根据内部财务模型测算，信诚致远网络有限公司 在未来三年</a:t>
            </a:r>
          </a:p>
          <a:p>
            <a:r>
              <a:t>收入复合增长率预计可达到 35%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毕博诚信息有限公司 主要位于产业链的 上游 环节。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佳禾传媒有限公司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创汇传媒有限公司 主要位于产业链的 上游 环节。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惠派国际公司科技有限公司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消费科技 行业的投资机会，并对 天开科技有限公司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消费科技 行业的投资机会，并对 昂歌信息信息有限公司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云计算 行业的投资机会，并对 佳禾传媒有限公司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信诚致远科技有限公司 主要位于产业链的 下游 环节。</a:t>
            </a:r>
          </a:p>
          <a:p/>
          <a:p/>
          <a:p>
            <a:r>
              <a:t>根据内部财务模型测算，新格林耐特网络有限公司 在未来三年</a:t>
            </a:r>
          </a:p>
          <a:p>
            <a:r>
              <a:t>收入复合增长率预计可达到 13%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半导体 行业的投资机会，并对 雨林木风计算机科技有限公司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半导体 行业的投资机会，并对 联软网络有限公司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消费科技 行业的投资机会，并对 昂歌信息信息有限公司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华成育卓传媒有限公司 是中国 人工智能 行业的重要企业之一。</a:t>
            </a:r>
          </a:p>
          <a:p>
            <a:r>
              <a:t>根据华辰资本 量化研究部 的研究，该公司成立于 2006 年，</a:t>
            </a:r>
          </a:p>
          <a:p>
            <a:r>
              <a:t>目前员工规模约 7579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医疗科技 行业的投资机会，并对 昊嘉科技有限公司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人工智能 行业的投资机会，并对 惠派国际公司科技有限公司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联软网络有限公司 主要位于产业链的 中游 环节。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