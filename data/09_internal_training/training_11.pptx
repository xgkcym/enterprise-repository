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飞海科技传媒有限公司 是中国 消费科技 行业的重要企业之一。</a:t>
            </a:r>
          </a:p>
          <a:p>
            <a:r>
              <a:t>根据华辰资本 资产配置委员会 的研究，该公司成立于 2016 年，</a:t>
            </a:r>
          </a:p>
          <a:p>
            <a:r>
              <a:t>目前员工规模约 2007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机器人 行业的投资机会，并对 通际名联网络有限公司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医疗科技 行业的投资机会，并对 迪摩信息有限公司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Global Macro Fund 在最近的资产配置会议中</a:t>
            </a:r>
          </a:p>
          <a:p>
            <a:r>
              <a:t>讨论了 人工智能 行业的投资机会，并对 通际名联科技有限公司</a:t>
            </a:r>
          </a:p>
          <a:p>
            <a:r>
              <a:t>进行了重点评估。</a:t>
            </a:r>
          </a:p>
          <a:p/>
          <a:p/>
          <a:p>
            <a:r>
              <a:t>创联世纪信息有限公司 是中国 云计算 行业的重要企业之一。</a:t>
            </a:r>
          </a:p>
          <a:p>
            <a:r>
              <a:t>根据华辰资本 投资委员会 的研究，该公司成立于 2005 年，</a:t>
            </a:r>
          </a:p>
          <a:p>
            <a:r>
              <a:t>目前员工规模约 3637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根据内部财务模型测算，华泰通安传媒有限公司 在未来三年</a:t>
            </a:r>
          </a:p>
          <a:p>
            <a:r>
              <a:t>收入复合增长率预计可达到 35%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联软科技有限公司 是中国 消费科技 行业的重要企业之一。</a:t>
            </a:r>
          </a:p>
          <a:p>
            <a:r>
              <a:t>根据华辰资本 量化研究部 的研究，该公司成立于 2009 年，</a:t>
            </a:r>
          </a:p>
          <a:p>
            <a:r>
              <a:t>目前员工规模约 7080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飞海科技传媒有限公司 是中国 消费科技 行业的重要企业之一。</a:t>
            </a:r>
          </a:p>
          <a:p>
            <a:r>
              <a:t>根据华辰资本 投资委员会 的研究，该公司成立于 2016 年，</a:t>
            </a:r>
          </a:p>
          <a:p>
            <a:r>
              <a:t>目前员工规模约 2007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华成育卓传媒有限公司 是中国 人工智能 行业的重要企业之一。</a:t>
            </a:r>
          </a:p>
          <a:p>
            <a:r>
              <a:t>根据华辰资本 量化研究部 的研究，该公司成立于 2006 年，</a:t>
            </a:r>
          </a:p>
          <a:p>
            <a:r>
              <a:t>目前员工规模约 7579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飞利信科技有限公司 主要位于产业链的 上游 环节。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九方传媒有限公司 主要位于产业链的 上游 环节。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消费科技 行业的投资机会，并对 联软科技有限公司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迪摩信息有限公司 主要位于产业链的 上游 环节。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人工智能 行业的投资机会，并对 方正科技传媒有限公司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根据内部财务模型测算，天开科技有限公司 在未来三年</a:t>
            </a:r>
          </a:p>
          <a:p>
            <a:r>
              <a:t>收入复合增长率预计可达到 22%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图龙信息传媒有限公司 主要位于产业链的 上游 环节。</a:t>
            </a:r>
          </a:p>
          <a:p/>
          <a:p/>
          <a:p>
            <a:r>
              <a:t>根据内部财务模型测算，创联世纪信息有限公司 在未来三年</a:t>
            </a:r>
          </a:p>
          <a:p>
            <a:r>
              <a:t>收入复合增长率预计可达到 20%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泰麒麟网络有限公司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信诚致远科技有限公司 主要位于产业链的 下游 环节。</a:t>
            </a:r>
          </a:p>
          <a:p/>
          <a:p/>
          <a:p>
            <a:r>
              <a:t>根据内部财务模型测算，新格林耐特网络有限公司 在未来三年</a:t>
            </a:r>
          </a:p>
          <a:p>
            <a:r>
              <a:t>收入复合增长率预计可达到 32%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根据内部财务模型测算，艾提科信科技有限公司 在未来三年</a:t>
            </a:r>
          </a:p>
          <a:p>
            <a:r>
              <a:t>收入复合增长率预计可达到 34%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根据内部财务模型测算，信诚致远科技有限公司 在未来三年</a:t>
            </a:r>
          </a:p>
          <a:p>
            <a:r>
              <a:t>收入复合增长率预计可达到 22%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医疗科技 行业的投资机会，并对 迪摩信息有限公司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华成育卓传媒有限公司 主要位于产业链的 中游 环节。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根据内部财务模型测算，昊嘉科技有限公司 在未来三年</a:t>
            </a:r>
          </a:p>
          <a:p>
            <a:r>
              <a:t>收入复合增长率预计可达到 22%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根据内部财务模型测算，联软科技有限公司 在未来三年</a:t>
            </a:r>
          </a:p>
          <a:p>
            <a:r>
              <a:t>收入复合增长率预计可达到 17%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信诚致远科技有限公司 是中国 云计算 行业的重要企业之一。</a:t>
            </a:r>
          </a:p>
          <a:p>
            <a:r>
              <a:t>根据华辰资本 投资委员会 的研究，该公司成立于 2014 年，</a:t>
            </a:r>
          </a:p>
          <a:p>
            <a:r>
              <a:t>目前员工规模约 1360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Global Macro Fund 在最近的资产配置会议中</a:t>
            </a:r>
          </a:p>
          <a:p>
            <a:r>
              <a:t>讨论了 人工智能 行业的投资机会，并对 华成育卓传媒有限公司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富罳网络有限公司 主要位于产业链的 中游 环节。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昂歌信息信息有限公司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华成育卓科技有限公司 主要位于产业链的 中游 环节。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AI Innovation Fund 在最近的资产配置会议中</a:t>
            </a:r>
          </a:p>
          <a:p>
            <a:r>
              <a:t>讨论了 云计算 行业的投资机会，并对 信诚致远科技有限公司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佳禾传媒有限公司 主要位于产业链的 下游 环节。</a:t>
            </a:r>
          </a:p>
          <a:p/>
          <a:p/>
          <a:p>
            <a:r>
              <a:t>华成育卓科技有限公司 是中国 医疗科技 行业的重要企业之一。</a:t>
            </a:r>
          </a:p>
          <a:p>
            <a:r>
              <a:t>根据华辰资本 风险管理部 的研究，该公司成立于 2020 年，</a:t>
            </a:r>
          </a:p>
          <a:p>
            <a:r>
              <a:t>目前员工规模约 650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