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人工智能 行业的投资机会，并对 方正科技传媒有限公司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飞海科技传媒有限公司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根据内部财务模型测算，华泰通安传媒有限公司 在未来三年</a:t>
            </a:r>
          </a:p>
          <a:p>
            <a:r>
              <a:t>收入复合增长率预计可达到 31%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恩悌网络有限公司 主要位于产业链的 下游 环节。</a:t>
            </a:r>
          </a:p>
          <a:p/>
          <a:p/>
          <a:p>
            <a:r>
              <a:t>根据内部财务模型测算，明腾传媒有限公司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新能源 行业的投资机会，并对 富罳网络有限公司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佳禾传媒有限公司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新能源 行业的投资机会，并对 戴硕电子网络有限公司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飞利信科技有限公司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戴硕电子网络有限公司 是中国 新能源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2243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根据内部财务模型测算，天开科技有限公司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惠派国际公司科技有限公司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九方传媒有限公司 是中国 医疗科技 行业的重要企业之一。</a:t>
            </a:r>
          </a:p>
          <a:p>
            <a:r>
              <a:t>根据华辰资本 风险管理部 的研究，该公司成立于 2014 年，</a:t>
            </a:r>
          </a:p>
          <a:p>
            <a:r>
              <a:t>目前员工规模约 2973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泰麒麟网络有限公司 主要位于产业链的 下游 环节。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根据内部财务模型测算，巨奥传媒有限公司 在未来三年</a:t>
            </a:r>
          </a:p>
          <a:p>
            <a:r>
              <a:t>收入复合增长率预计可达到 26%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华成育卓传媒有限公司 是中国 人工智能 行业的重要企业之一。</a:t>
            </a:r>
          </a:p>
          <a:p>
            <a:r>
              <a:t>根据华辰资本 投资策略部 的研究，该公司成立于 2006 年，</a:t>
            </a:r>
          </a:p>
          <a:p>
            <a:r>
              <a:t>目前员工规模约 7579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华成育卓科技有限公司 是中国 医疗科技 行业的重要企业之一。</a:t>
            </a:r>
          </a:p>
          <a:p>
            <a:r>
              <a:t>根据华辰资本 投资策略部 的研究，该公司成立于 2020 年，</a:t>
            </a:r>
          </a:p>
          <a:p>
            <a:r>
              <a:t>目前员工规模约 650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根据内部财务模型测算，联软科技有限公司 在未来三年</a:t>
            </a:r>
          </a:p>
          <a:p>
            <a:r>
              <a:t>收入复合增长率预计可达到 29%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泰麒麟网络有限公司 是中国 云计算 行业的重要企业之一。</a:t>
            </a:r>
          </a:p>
          <a:p>
            <a:r>
              <a:t>根据华辰资本 量化研究部 的研究，该公司成立于 2010 年，</a:t>
            </a:r>
          </a:p>
          <a:p>
            <a:r>
              <a:t>目前员工规模约 4251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华成育卓传媒有限公司 是中国 人工智能 行业的重要企业之一。</a:t>
            </a:r>
          </a:p>
          <a:p>
            <a:r>
              <a:t>根据华辰资本 投资策略部 的研究，该公司成立于 2006 年，</a:t>
            </a:r>
          </a:p>
          <a:p>
            <a:r>
              <a:t>目前员工规模约 7579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根据内部财务模型测算，飞利信科技有限公司 在未来三年</a:t>
            </a:r>
          </a:p>
          <a:p>
            <a:r>
              <a:t>收入复合增长率预计可达到 22%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昂歌信息信息有限公司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联软科技有限公司 主要位于产业链的 中游 环节。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华成育卓科技有限公司 主要位于产业链的 上游 环节。</a:t>
            </a:r>
          </a:p>
          <a:p/>
          <a:p/>
          <a:p>
            <a:r>
              <a:t>根据内部财务模型测算，创联世纪信息有限公司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根据内部财务模型测算，鑫博腾飞信息有限公司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华泰通安传媒有限公司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人工智能 行业的投资机会，并对 华成育卓传媒有限公司</a:t>
            </a:r>
          </a:p>
          <a:p>
            <a:r>
              <a:t>进行了重点评估。</a:t>
            </a:r>
          </a:p>
          <a:p/>
          <a:p/>
          <a:p>
            <a:r>
              <a:t>新格林耐特网络有限公司 是中国 人工智能 行业的重要企业之一。</a:t>
            </a:r>
          </a:p>
          <a:p>
            <a:r>
              <a:t>根据华辰资本 投资委员会 的研究，该公司成立于 2016 年，</a:t>
            </a:r>
          </a:p>
          <a:p>
            <a:r>
              <a:t>目前员工规模约 5006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根据内部财务模型测算，创汇传媒有限公司 在未来三年</a:t>
            </a:r>
          </a:p>
          <a:p>
            <a:r>
              <a:t>收入复合增长率预计可达到 25%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九方传媒有限公司 是中国 医疗科技 行业的重要企业之一。</a:t>
            </a:r>
          </a:p>
          <a:p>
            <a:r>
              <a:t>根据华辰资本 量化研究部 的研究，该公司成立于 2014 年，</a:t>
            </a:r>
          </a:p>
          <a:p>
            <a:r>
              <a:t>目前员工规模约 2973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人工智能 行业的投资机会，并对 方正科技传媒有限公司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昂歌信息信息有限公司 主要位于产业链的 下游 环节。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戴硕电子网络有限公司 主要位于产业链的 上游 环节。</a:t>
            </a:r>
          </a:p>
          <a:p/>
          <a:p/>
          <a:p>
            <a:r>
              <a:t>根据内部财务模型测算，方正科技信息有限公司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华泰通安网络有限公司 主要位于产业链的 上游 环节。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明腾传媒有限公司 主要位于产业链的 下游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云计算 行业的投资机会，并对 艾提科信科技有限公司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根据内部财务模型测算，创汇传媒有限公司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恩悌网络有限公司 主要位于产业链的 中游 环节。</a:t>
            </a:r>
          </a:p>
          <a:p/>
          <a:p/>
          <a:p>
            <a:r>
              <a:t>根据内部财务模型测算，明腾传媒有限公司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