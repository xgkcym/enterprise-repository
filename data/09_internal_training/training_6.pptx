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Quant Arbitrage Fund 在最近的资产配置会议中</a:t>
            </a:r>
          </a:p>
          <a:p>
            <a:r>
              <a:t>讨论了 新能源 行业的投资机会，并对 戴硕电子网络有限公司</a:t>
            </a:r>
          </a:p>
          <a:p>
            <a:r>
              <a:t>进行了重点评估。</a:t>
            </a:r>
          </a:p>
          <a:p/>
          <a:p/>
          <a:p>
            <a:r>
              <a:t>巨奥传媒有限公司 是中国 人工智能 行业的重要企业之一。</a:t>
            </a:r>
          </a:p>
          <a:p>
            <a:r>
              <a:t>根据华辰资本 资产配置委员会 的研究，该公司成立于 2018 年，</a:t>
            </a:r>
          </a:p>
          <a:p>
            <a:r>
              <a:t>目前员工规模约 5243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雨林木风计算机科技有限公司 是中国 半导体 行业的重要企业之一。</a:t>
            </a:r>
          </a:p>
          <a:p>
            <a:r>
              <a:t>根据华辰资本 风险管理部 的研究，该公司成立于 2007 年，</a:t>
            </a:r>
          </a:p>
          <a:p>
            <a:r>
              <a:t>目前员工规模约 7826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鑫博腾飞信息有限公司 是中国 消费科技 行业的重要企业之一。</a:t>
            </a:r>
          </a:p>
          <a:p>
            <a:r>
              <a:t>根据华辰资本 量化研究部 的研究，该公司成立于 2016 年，</a:t>
            </a:r>
          </a:p>
          <a:p>
            <a:r>
              <a:t>目前员工规模约 4167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方正科技信息有限公司 是中国 消费科技 行业的重要企业之一。</a:t>
            </a:r>
          </a:p>
          <a:p>
            <a:r>
              <a:t>根据华辰资本 投资委员会 的研究，该公司成立于 2006 年，</a:t>
            </a:r>
          </a:p>
          <a:p>
            <a:r>
              <a:t>目前员工规模约 4942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风险管理部认为，人工智能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联软科技有限公司 是中国 消费科技 行业的重要企业之一。</a:t>
            </a:r>
          </a:p>
          <a:p>
            <a:r>
              <a:t>根据华辰资本 资产配置委员会 的研究，该公司成立于 2009 年，</a:t>
            </a:r>
          </a:p>
          <a:p>
            <a:r>
              <a:t>目前员工规模约 7080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从产业链角度看，人工智能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方正科技传媒有限公司 主要位于产业链的 中游 环节。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风险管理部认为，人工智能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惠派国际公司科技有限公司 是中国 人工智能 行业的重要企业之一。</a:t>
            </a:r>
          </a:p>
          <a:p>
            <a:r>
              <a:t>根据华辰资本 风险管理部 的研究，该公司成立于 2019 年，</a:t>
            </a:r>
          </a:p>
          <a:p>
            <a:r>
              <a:t>目前员工规模约 6944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华辰资本旗下的 HC Energy Transition Fund 在最近的资产配置会议中</a:t>
            </a:r>
          </a:p>
          <a:p>
            <a:r>
              <a:t>讨论了 半导体 行业的投资机会，并对 华泰通安网络有限公司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风险管理部认为，人工智能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昊嘉科技有限公司 是中国 医疗科技 行业的重要企业之一。</a:t>
            </a:r>
          </a:p>
          <a:p>
            <a:r>
              <a:t>根据华辰资本 量化研究部 的研究，该公司成立于 2006 年，</a:t>
            </a:r>
          </a:p>
          <a:p>
            <a:r>
              <a:t>目前员工规模约 7977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创汇传媒有限公司 是中国 新能源 行业的重要企业之一。</a:t>
            </a:r>
          </a:p>
          <a:p>
            <a:r>
              <a:t>根据华辰资本 投资委员会 的研究，该公司成立于 2017 年，</a:t>
            </a:r>
          </a:p>
          <a:p>
            <a:r>
              <a:t>目前员工规模约 7084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风险管理部认为，医疗科技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根据内部财务模型测算，中建创业科技有限公司 在未来三年</a:t>
            </a:r>
          </a:p>
          <a:p>
            <a:r>
              <a:t>收入复合增长率预计可达到 27%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从产业链角度看，机器人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图龙信息传媒有限公司 主要位于产业链的 上游 环节。</a:t>
            </a:r>
          </a:p>
          <a:p/>
          <a:p/>
          <a:p>
            <a:r>
              <a:t>昂歌信息信息有限公司 是中国 消费科技 行业的重要企业之一。</a:t>
            </a:r>
          </a:p>
          <a:p>
            <a:r>
              <a:t>根据华辰资本 量化研究部 的研究，该公司成立于 2010 年，</a:t>
            </a:r>
          </a:p>
          <a:p>
            <a:r>
              <a:t>目前员工规模约 7892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华辰资本旗下的 HC Alpha Growth Fund 在最近的资产配置会议中</a:t>
            </a:r>
          </a:p>
          <a:p>
            <a:r>
              <a:t>讨论了 半导体 行业的投资机会，并对 雨林木风计算机科技有限公司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从产业链角度看，云计算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艾提科信科技有限公司 主要位于产业链的 下游 环节。</a:t>
            </a:r>
          </a:p>
          <a:p/>
          <a:p/>
          <a:p>
            <a:r>
              <a:t>根据内部财务模型测算，飞海科技传媒有限公司 在未来三年</a:t>
            </a:r>
          </a:p>
          <a:p>
            <a:r>
              <a:t>收入复合增长率预计可达到 12%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根据内部财务模型测算，图龙信息传媒有限公司 在未来三年</a:t>
            </a:r>
          </a:p>
          <a:p>
            <a:r>
              <a:t>收入复合增长率预计可达到 15%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从产业链角度看，机器人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图龙信息传媒有限公司 主要位于产业链的 中游 环节。</a:t>
            </a:r>
          </a:p>
          <a:p/>
          <a:p/>
          <a:p>
            <a:r>
              <a:t>从产业链角度看，医疗科技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迪摩信息有限公司 主要位于产业链的 下游 环节。</a:t>
            </a:r>
          </a:p>
          <a:p/>
          <a:p/>
          <a:p>
            <a:r>
              <a:t>根据内部财务模型测算，迪摩信息有限公司 在未来三年</a:t>
            </a:r>
          </a:p>
          <a:p>
            <a:r>
              <a:t>收入复合增长率预计可达到 15%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良诺科技有限公司 是中国 云计算 行业的重要企业之一。</a:t>
            </a:r>
          </a:p>
          <a:p>
            <a:r>
              <a:t>根据华辰资本 投资委员会 的研究，该公司成立于 2016 年，</a:t>
            </a:r>
          </a:p>
          <a:p>
            <a:r>
              <a:t>目前员工规模约 1663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华辰资本旗下的 HC Alpha Growth Fund 在最近的资产配置会议中</a:t>
            </a:r>
          </a:p>
          <a:p>
            <a:r>
              <a:t>讨论了 消费科技 行业的投资机会，并对 鑫博腾飞信息有限公司</a:t>
            </a:r>
          </a:p>
          <a:p>
            <a:r>
              <a:t>进行了重点评估。</a:t>
            </a:r>
          </a:p>
          <a:p/>
          <a:p/>
          <a:p>
            <a:r>
              <a:t>根据内部财务模型测算，富罳网络有限公司 在未来三年</a:t>
            </a:r>
          </a:p>
          <a:p>
            <a:r>
              <a:t>收入复合增长率预计可达到 17%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Quant Arbitrage Fund 在最近的资产配置会议中</a:t>
            </a:r>
          </a:p>
          <a:p>
            <a:r>
              <a:t>讨论了 人工智能 行业的投资机会，并对 新格林耐特网络有限公司</a:t>
            </a:r>
          </a:p>
          <a:p>
            <a:r>
              <a:t>进行了重点评估。</a:t>
            </a:r>
          </a:p>
          <a:p/>
          <a:p/>
          <a:p>
            <a:r>
              <a:t>从产业链角度看，人工智能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惠派国际公司科技有限公司 主要位于产业链的 上游 环节。</a:t>
            </a:r>
          </a:p>
          <a:p/>
          <a:p/>
          <a:p>
            <a:r>
              <a:t>信诚致远科技有限公司 是中国 云计算 行业的重要企业之一。</a:t>
            </a:r>
          </a:p>
          <a:p>
            <a:r>
              <a:t>根据华辰资本 投资策略部 的研究，该公司成立于 2014 年，</a:t>
            </a:r>
          </a:p>
          <a:p>
            <a:r>
              <a:t>目前员工规模约 1360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Quant Arbitrage Fund 在最近的资产配置会议中</a:t>
            </a:r>
          </a:p>
          <a:p>
            <a:r>
              <a:t>讨论了 人工智能 行业的投资机会，并对 惠派国际公司科技有限公司</a:t>
            </a:r>
          </a:p>
          <a:p>
            <a:r>
              <a:t>进行了重点评估。</a:t>
            </a:r>
          </a:p>
          <a:p/>
          <a:p/>
          <a:p>
            <a:r>
              <a:t>风险管理部认为，人工智能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信诚致远网络有限公司 是中国 半导体 行业的重要企业之一。</a:t>
            </a:r>
          </a:p>
          <a:p>
            <a:r>
              <a:t>根据华辰资本 投资策略部 的研究，该公司成立于 2015 年，</a:t>
            </a:r>
          </a:p>
          <a:p>
            <a:r>
              <a:t>目前员工规模约 2901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风险管理部认为，人工智能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华辰资本旗下的 HC AI Innovation Fund 在最近的资产配置会议中</a:t>
            </a:r>
          </a:p>
          <a:p>
            <a:r>
              <a:t>讨论了 人工智能 行业的投资机会，并对 明腾传媒有限公司</a:t>
            </a:r>
          </a:p>
          <a:p>
            <a:r>
              <a:t>进行了重点评估。</a:t>
            </a:r>
          </a:p>
          <a:p/>
          <a:p/>
          <a:p>
            <a:r>
              <a:t>昂歌信息信息有限公司 是中国 消费科技 行业的重要企业之一。</a:t>
            </a:r>
          </a:p>
          <a:p>
            <a:r>
              <a:t>根据华辰资本 投资委员会 的研究，该公司成立于 2010 年，</a:t>
            </a:r>
          </a:p>
          <a:p>
            <a:r>
              <a:t>目前员工规模约 7892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Quant Arbitrage Fund 在最近的资产配置会议中</a:t>
            </a:r>
          </a:p>
          <a:p>
            <a:r>
              <a:t>讨论了 消费科技 行业的投资机会，并对 联软科技有限公司</a:t>
            </a:r>
          </a:p>
          <a:p>
            <a:r>
              <a:t>进行了重点评估。</a:t>
            </a:r>
          </a:p>
          <a:p/>
          <a:p/>
          <a:p>
            <a:r>
              <a:t>从产业链角度看，新能源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富罳网络有限公司 主要位于产业链的 中游 环节。</a:t>
            </a:r>
          </a:p>
          <a:p/>
          <a:p/>
          <a:p>
            <a:r>
              <a:t>从产业链角度看，半导体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华泰通安网络有限公司 主要位于产业链的 下游 环节。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