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富罳网络有限公司 是中国 新能源 行业的重要企业之一。</a:t>
            </a:r>
          </a:p>
          <a:p>
            <a:r>
              <a:t>根据华辰资本 投资委员会 的研究，该公司成立于 2019 年，</a:t>
            </a:r>
          </a:p>
          <a:p>
            <a:r>
              <a:t>目前员工规模约 3621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根据内部财务模型测算，华成育卓传媒有限公司 在未来三年</a:t>
            </a:r>
          </a:p>
          <a:p>
            <a:r>
              <a:t>收入复合增长率预计可达到 13%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戴硕电子网络有限公司 主要位于产业链的 下游 环节。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人工智能 行业的投资机会，并对 飞利信科技有限公司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Quant Arbitrage Fund 在最近的资产配置会议中</a:t>
            </a:r>
          </a:p>
          <a:p>
            <a:r>
              <a:t>讨论了 人工智能 行业的投资机会，并对 新格林耐特网络有限公司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AI Innovation Fund 在最近的资产配置会议中</a:t>
            </a:r>
          </a:p>
          <a:p>
            <a:r>
              <a:t>讨论了 机器人 行业的投资机会，并对 图龙信息传媒有限公司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消费科技 行业的投资机会，并对 鑫博腾飞信息有限公司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精芯信息有限公司 主要位于产业链的 中游 环节。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AI Innovation Fund 在最近的资产配置会议中</a:t>
            </a:r>
          </a:p>
          <a:p>
            <a:r>
              <a:t>讨论了 半导体 行业的投资机会，并对 联软网络有限公司</a:t>
            </a:r>
          </a:p>
          <a:p>
            <a:r>
              <a:t>进行了重点评估。</a:t>
            </a:r>
          </a:p>
          <a:p/>
          <a:p/>
          <a:p>
            <a:r>
              <a:t>根据内部财务模型测算，新格林耐特网络有限公司 在未来三年</a:t>
            </a:r>
          </a:p>
          <a:p>
            <a:r>
              <a:t>收入复合增长率预计可达到 26%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方正科技信息有限公司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鑫博腾飞信息有限公司 是中国 消费科技 行业的重要企业之一。</a:t>
            </a:r>
          </a:p>
          <a:p>
            <a:r>
              <a:t>根据华辰资本 风险管理部 的研究，该公司成立于 2016 年，</a:t>
            </a:r>
          </a:p>
          <a:p>
            <a:r>
              <a:t>目前员工规模约 4167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中建创业科技有限公司 是中国 半导体 行业的重要企业之一。</a:t>
            </a:r>
          </a:p>
          <a:p>
            <a:r>
              <a:t>根据华辰资本 资产配置委员会 的研究，该公司成立于 2006 年，</a:t>
            </a:r>
          </a:p>
          <a:p>
            <a:r>
              <a:t>目前员工规模约 6832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飞海科技传媒有限公司 是中国 消费科技 行业的重要企业之一。</a:t>
            </a:r>
          </a:p>
          <a:p>
            <a:r>
              <a:t>根据华辰资本 资产配置委员会 的研究，该公司成立于 2016 年，</a:t>
            </a:r>
          </a:p>
          <a:p>
            <a:r>
              <a:t>目前员工规模约 2007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根据内部财务模型测算，惠派国际公司科技有限公司 在未来三年</a:t>
            </a:r>
          </a:p>
          <a:p>
            <a:r>
              <a:t>收入复合增长率预计可达到 27%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人工智能 行业的投资机会，并对 明腾传媒有限公司</a:t>
            </a:r>
          </a:p>
          <a:p>
            <a:r>
              <a:t>进行了重点评估。</a:t>
            </a:r>
          </a:p>
          <a:p/>
          <a:p/>
          <a:p>
            <a:r>
              <a:t>根据内部财务模型测算，毕博诚信息有限公司 在未来三年</a:t>
            </a:r>
          </a:p>
          <a:p>
            <a:r>
              <a:t>收入复合增长率预计可达到 35%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惠派国际公司科技有限公司 主要位于产业链的 下游 环节。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云计算 行业的投资机会，并对 佳禾传媒有限公司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根据内部财务模型测算，联通时科传媒有限公司 在未来三年</a:t>
            </a:r>
          </a:p>
          <a:p>
            <a:r>
              <a:t>收入复合增长率预计可达到 25%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方正科技传媒有限公司 是中国 人工智能 行业的重要企业之一。</a:t>
            </a:r>
          </a:p>
          <a:p>
            <a:r>
              <a:t>根据华辰资本 风险管理部 的研究，该公司成立于 2019 年，</a:t>
            </a:r>
          </a:p>
          <a:p>
            <a:r>
              <a:t>目前员工规模约 2043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AI Innovation Fund 在最近的资产配置会议中</a:t>
            </a:r>
          </a:p>
          <a:p>
            <a:r>
              <a:t>讨论了 消费科技 行业的投资机会，并对 联软科技有限公司</a:t>
            </a:r>
          </a:p>
          <a:p>
            <a:r>
              <a:t>进行了重点评估。</a:t>
            </a:r>
          </a:p>
          <a:p/>
          <a:p/>
          <a:p>
            <a:r>
              <a:t>华成育卓传媒有限公司 是中国 人工智能 行业的重要企业之一。</a:t>
            </a:r>
          </a:p>
          <a:p>
            <a:r>
              <a:t>根据华辰资本 投资委员会 的研究，该公司成立于 2006 年，</a:t>
            </a:r>
          </a:p>
          <a:p>
            <a:r>
              <a:t>目前员工规模约 7579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根据内部财务模型测算，创汇传媒有限公司 在未来三年</a:t>
            </a:r>
          </a:p>
          <a:p>
            <a:r>
              <a:t>收入复合增长率预计可达到 30%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精芯信息有限公司 是中国 半导体 行业的重要企业之一。</a:t>
            </a:r>
          </a:p>
          <a:p>
            <a:r>
              <a:t>根据华辰资本 投资委员会 的研究，该公司成立于 2019 年，</a:t>
            </a:r>
          </a:p>
          <a:p>
            <a:r>
              <a:t>目前员工规模约 5163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根据内部财务模型测算，雨林木风计算机科技有限公司 在未来三年</a:t>
            </a:r>
          </a:p>
          <a:p>
            <a:r>
              <a:t>收入复合增长率预计可达到 31%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根据内部财务模型测算，华成育卓传媒有限公司 在未来三年</a:t>
            </a:r>
          </a:p>
          <a:p>
            <a:r>
              <a:t>收入复合增长率预计可达到 12%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信诚致远网络有限公司 是中国 半导体 行业的重要企业之一。</a:t>
            </a:r>
          </a:p>
          <a:p>
            <a:r>
              <a:t>根据华辰资本 资产配置委员会 的研究，该公司成立于 2015 年，</a:t>
            </a:r>
          </a:p>
          <a:p>
            <a:r>
              <a:t>目前员工规模约 2901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根据内部财务模型测算，联通时科传媒有限公司 在未来三年</a:t>
            </a:r>
          </a:p>
          <a:p>
            <a:r>
              <a:t>收入复合增长率预计可达到 32%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AI Innovation Fund 在最近的资产配置会议中</a:t>
            </a:r>
          </a:p>
          <a:p>
            <a:r>
              <a:t>讨论了 半导体 行业的投资机会，并对 雨林木风计算机科技有限公司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根据内部财务模型测算，通际名联网络有限公司 在未来三年</a:t>
            </a:r>
          </a:p>
          <a:p>
            <a:r>
              <a:t>收入复合增长率预计可达到 30%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根据内部财务模型测算，惠派国际公司科技有限公司 在未来三年</a:t>
            </a:r>
          </a:p>
          <a:p>
            <a:r>
              <a:t>收入复合增长率预计可达到 24%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联通时科传媒有限公司 是中国 消费科技 行业的重要企业之一。</a:t>
            </a:r>
          </a:p>
          <a:p>
            <a:r>
              <a:t>根据华辰资本 资产配置委员会 的研究，该公司成立于 2014 年，</a:t>
            </a:r>
          </a:p>
          <a:p>
            <a:r>
              <a:t>目前员工规模约 3667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Global Macro Fund 在最近的资产配置会议中</a:t>
            </a:r>
          </a:p>
          <a:p>
            <a:r>
              <a:t>讨论了 半导体 行业的投资机会，并对 信诚致远网络有限公司</a:t>
            </a:r>
          </a:p>
          <a:p>
            <a:r>
              <a:t>进行了重点评估。</a:t>
            </a:r>
          </a:p>
          <a:p/>
          <a:p/>
          <a:p>
            <a:r>
              <a:t>根据内部财务模型测算，鑫博腾飞信息有限公司 在未来三年</a:t>
            </a:r>
          </a:p>
          <a:p>
            <a:r>
              <a:t>收入复合增长率预计可达到 34%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风险管理部认为，机器人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从产业链角度看，机器人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图龙信息传媒有限公司 主要位于产业链的 中游 环节。</a:t>
            </a:r>
          </a:p>
          <a:p/>
          <a:p/>
          <a:p>
            <a:r>
              <a:t>信诚致远网络有限公司 是中国 半导体 行业的重要企业之一。</a:t>
            </a:r>
          </a:p>
          <a:p>
            <a:r>
              <a:t>根据华辰资本 投资委员会 的研究，该公司成立于 2015 年，</a:t>
            </a:r>
          </a:p>
          <a:p>
            <a:r>
              <a:t>目前员工规模约 2901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根据内部财务模型测算，信诚致远网络有限公司 在未来三年</a:t>
            </a:r>
          </a:p>
          <a:p>
            <a:r>
              <a:t>收入复合增长率预计可达到 28%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