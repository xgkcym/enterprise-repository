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人工智能 行业的投资机会，并对 华成育卓传媒有限公司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戴硕电子网络有限公司 主要位于产业链的 下游 环节。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惠派国际公司科技有限公司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惠派国际公司科技有限公司 是中国 人工智能 行业的重要企业之一。</a:t>
            </a:r>
          </a:p>
          <a:p>
            <a:r>
              <a:t>根据华辰资本 投资委员会 的研究，该公司成立于 2019 年，</a:t>
            </a:r>
          </a:p>
          <a:p>
            <a:r>
              <a:t>目前员工规模约 6944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联软科技有限公司 是中国 消费科技 行业的重要企业之一。</a:t>
            </a:r>
          </a:p>
          <a:p>
            <a:r>
              <a:t>根据华辰资本 投资策略部 的研究，该公司成立于 2009 年，</a:t>
            </a:r>
          </a:p>
          <a:p>
            <a:r>
              <a:t>目前员工规模约 7080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创联世纪信息有限公司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半导体 行业的投资机会，并对 信诚致远网络有限公司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通际名联网络有限公司 主要位于产业链的 下游 环节。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方正科技传媒有限公司 主要位于产业链的 中游 环节。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半导体 行业的投资机会，并对 精芯信息有限公司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半导体 行业的投资机会，并对 精芯信息有限公司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鑫博腾飞信息有限公司 主要位于产业链的 上游 环节。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联通时科传媒有限公司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根据内部财务模型测算，华泰通安传媒有限公司 在未来三年</a:t>
            </a:r>
          </a:p>
          <a:p>
            <a:r>
              <a:t>收入复合增长率预计可达到 26%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机器人 行业的投资机会，并对 通际名联网络有限公司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通际名联科技有限公司 是中国 人工智能 行业的重要企业之一。</a:t>
            </a:r>
          </a:p>
          <a:p>
            <a:r>
              <a:t>根据华辰资本 风险管理部 的研究，该公司成立于 2011 年，</a:t>
            </a:r>
          </a:p>
          <a:p>
            <a:r>
              <a:t>目前员工规模约 6459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华成育卓传媒有限公司 主要位于产业链的 下游 环节。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艾提科信科技有限公司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华泰通安网络有限公司 主要位于产业链的 中游 环节。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泰麒麟网络有限公司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根据内部财务模型测算，巨奥传媒有限公司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中建创业科技有限公司 主要位于产业链的 上游 环节。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方正科技信息有限公司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佳禾传媒有限公司 是中国 云计算 行业的重要企业之一。</a:t>
            </a:r>
          </a:p>
          <a:p>
            <a:r>
              <a:t>根据华辰资本 风险管理部 的研究，该公司成立于 2016 年，</a:t>
            </a:r>
          </a:p>
          <a:p>
            <a:r>
              <a:t>目前员工规模约 3802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飞利信科技有限公司 是中国 人工智能 行业的重要企业之一。</a:t>
            </a:r>
          </a:p>
          <a:p>
            <a:r>
              <a:t>根据华辰资本 风险管理部 的研究，该公司成立于 2018 年，</a:t>
            </a:r>
          </a:p>
          <a:p>
            <a:r>
              <a:t>目前员工规模约 1801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人工智能 行业的投资机会，并对 巨奥传媒有限公司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华成育卓科技有限公司 主要位于产业链的 上游 环节。</a:t>
            </a:r>
          </a:p>
          <a:p/>
          <a:p/>
          <a:p>
            <a:r>
              <a:t>惠派国际公司科技有限公司 是中国 人工智能 行业的重要企业之一。</a:t>
            </a:r>
          </a:p>
          <a:p>
            <a:r>
              <a:t>根据华辰资本 量化研究部 的研究，该公司成立于 2019 年，</a:t>
            </a:r>
          </a:p>
          <a:p>
            <a:r>
              <a:t>目前员工规模约 6944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创联世纪信息有限公司 是中国 云计算 行业的重要企业之一。</a:t>
            </a:r>
          </a:p>
          <a:p>
            <a:r>
              <a:t>根据华辰资本 量化研究部 的研究，该公司成立于 2005 年，</a:t>
            </a:r>
          </a:p>
          <a:p>
            <a:r>
              <a:t>目前员工规模约 3637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艾提科信科技有限公司 主要位于产业链的 中游 环节。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方正科技传媒有限公司 主要位于产业链的 下游 环节。</a:t>
            </a:r>
          </a:p>
          <a:p/>
          <a:p/>
          <a:p>
            <a:r>
              <a:t>天开科技有限公司 是中国 消费科技 行业的重要企业之一。</a:t>
            </a:r>
          </a:p>
          <a:p>
            <a:r>
              <a:t>根据华辰资本 投资委员会 的研究，该公司成立于 2010 年，</a:t>
            </a:r>
          </a:p>
          <a:p>
            <a:r>
              <a:t>目前员工规模约 2726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戴硕电子网络有限公司 是中国 新能源 行业的重要企业之一。</a:t>
            </a:r>
          </a:p>
          <a:p>
            <a:r>
              <a:t>根据华辰资本 量化研究部 的研究，该公司成立于 2016 年，</a:t>
            </a:r>
          </a:p>
          <a:p>
            <a:r>
              <a:t>目前员工规模约 2243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巨奥传媒有限公司 是中国 人工智能 行业的重要企业之一。</a:t>
            </a:r>
          </a:p>
          <a:p>
            <a:r>
              <a:t>根据华辰资本 投资策略部 的研究，该公司成立于 2018 年，</a:t>
            </a:r>
          </a:p>
          <a:p>
            <a:r>
              <a:t>目前员工规模约 5243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创汇传媒有限公司 是中国 新能源 行业的重要企业之一。</a:t>
            </a:r>
          </a:p>
          <a:p>
            <a:r>
              <a:t>根据华辰资本 风险管理部 的研究，该公司成立于 2017 年，</a:t>
            </a:r>
          </a:p>
          <a:p>
            <a:r>
              <a:t>目前员工规模约 7084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联软科技有限公司 是中国 消费科技 行业的重要企业之一。</a:t>
            </a:r>
          </a:p>
          <a:p>
            <a:r>
              <a:t>根据华辰资本 投资策略部 的研究，该公司成立于 2009 年，</a:t>
            </a:r>
          </a:p>
          <a:p>
            <a:r>
              <a:t>目前员工规模约 7080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图龙信息传媒有限公司 是中国 机器人 行业的重要企业之一。</a:t>
            </a:r>
          </a:p>
          <a:p>
            <a:r>
              <a:t>根据华辰资本 风险管理部 的研究，该公司成立于 2007 年，</a:t>
            </a:r>
          </a:p>
          <a:p>
            <a:r>
              <a:t>目前员工规模约 2000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