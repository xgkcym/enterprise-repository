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华泰通安网络有限公司 主要位于产业链的 中游 环节。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毕博诚信息有限公司 主要位于产业链的 上游 环节。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佳禾传媒有限公司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飞海科技传媒有限公司 主要位于产业链的 中游 环节。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半导体 行业的投资机会，并对 精芯信息有限公司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泰麒麟网络有限公司 是中国 云计算 行业的重要企业之一。</a:t>
            </a:r>
          </a:p>
          <a:p>
            <a:r>
              <a:t>根据华辰资本 量化研究部 的研究，该公司成立于 2010 年，</a:t>
            </a:r>
          </a:p>
          <a:p>
            <a:r>
              <a:t>目前员工规模约 4251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方正科技传媒有限公司 是中国 人工智能 行业的重要企业之一。</a:t>
            </a:r>
          </a:p>
          <a:p>
            <a:r>
              <a:t>根据华辰资本 资产配置委员会 的研究，该公司成立于 2019 年，</a:t>
            </a:r>
          </a:p>
          <a:p>
            <a:r>
              <a:t>目前员工规模约 2043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根据内部财务模型测算，华泰通安传媒有限公司 在未来三年</a:t>
            </a:r>
          </a:p>
          <a:p>
            <a:r>
              <a:t>收入复合增长率预计可达到 12%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创联世纪信息有限公司 是中国 云计算 行业的重要企业之一。</a:t>
            </a:r>
          </a:p>
          <a:p>
            <a:r>
              <a:t>根据华辰资本 资产配置委员会 的研究，该公司成立于 2005 年，</a:t>
            </a:r>
          </a:p>
          <a:p>
            <a:r>
              <a:t>目前员工规模约 3637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方正科技传媒有限公司 是中国 人工智能 行业的重要企业之一。</a:t>
            </a:r>
          </a:p>
          <a:p>
            <a:r>
              <a:t>根据华辰资本 风险管理部 的研究，该公司成立于 2019 年，</a:t>
            </a:r>
          </a:p>
          <a:p>
            <a:r>
              <a:t>目前员工规模约 2043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根据内部财务模型测算，华泰通安传媒有限公司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人工智能 行业的投资机会，并对 方正科技传媒有限公司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新能源 行业的投资机会，并对 恩悌网络有限公司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天开科技有限公司 主要位于产业链的 下游 环节。</a:t>
            </a:r>
          </a:p>
          <a:p/>
          <a:p/>
          <a:p>
            <a:r>
              <a:t>毕博诚信息有限公司 是中国 机器人 行业的重要企业之一。</a:t>
            </a:r>
          </a:p>
          <a:p>
            <a:r>
              <a:t>根据华辰资本 量化研究部 的研究，该公司成立于 2017 年，</a:t>
            </a:r>
          </a:p>
          <a:p>
            <a:r>
              <a:t>目前员工规模约 508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华成育卓科技有限公司 是中国 医疗科技 行业的重要企业之一。</a:t>
            </a:r>
          </a:p>
          <a:p>
            <a:r>
              <a:t>根据华辰资本 资产配置委员会 的研究，该公司成立于 2020 年，</a:t>
            </a:r>
          </a:p>
          <a:p>
            <a:r>
              <a:t>目前员工规模约 650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根据内部财务模型测算，中建创业科技有限公司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方正科技传媒有限公司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中建创业科技有限公司 主要位于产业链的 中游 环节。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九方传媒有限公司 主要位于产业链的 中游 环节。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迪摩信息有限公司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根据内部财务模型测算，良诺科技有限公司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消费科技 行业的投资机会，并对 方正科技信息有限公司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精芯信息有限公司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根据内部财务模型测算，华泰通安网络有限公司 在未来三年</a:t>
            </a:r>
          </a:p>
          <a:p>
            <a:r>
              <a:t>收入复合增长率预计可达到 19%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根据内部财务模型测算，泰麒麟网络有限公司 在未来三年</a:t>
            </a:r>
          </a:p>
          <a:p>
            <a:r>
              <a:t>收入复合增长率预计可达到 31%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方正科技传媒有限公司 主要位于产业链的 下游 环节。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图龙信息传媒有限公司 主要位于产业链的 中游 环节。</a:t>
            </a:r>
          </a:p>
          <a:p/>
          <a:p/>
          <a:p>
            <a:r>
              <a:t>艾提科信科技有限公司 是中国 云计算 行业的重要企业之一。</a:t>
            </a:r>
          </a:p>
          <a:p>
            <a:r>
              <a:t>根据华辰资本 量化研究部 的研究，该公司成立于 2006 年，</a:t>
            </a:r>
          </a:p>
          <a:p>
            <a:r>
              <a:t>目前员工规模约 3804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信诚致远网络有限公司 是中国 半导体 行业的重要企业之一。</a:t>
            </a:r>
          </a:p>
          <a:p>
            <a:r>
              <a:t>根据华辰资本 风险管理部 的研究，该公司成立于 2015 年，</a:t>
            </a:r>
          </a:p>
          <a:p>
            <a:r>
              <a:t>目前员工规模约 2901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通际名联科技有限公司 主要位于产业链的 下游 环节。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消费科技 行业的投资机会，并对 联软科技有限公司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根据内部财务模型测算，艾提科信科技有限公司 在未来三年</a:t>
            </a:r>
          </a:p>
          <a:p>
            <a:r>
              <a:t>收入复合增长率预计可达到 27%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根据内部财务模型测算，昊嘉科技有限公司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根据内部财务模型测算，信诚致远科技有限公司 在未来三年</a:t>
            </a:r>
          </a:p>
          <a:p>
            <a:r>
              <a:t>收入复合增长率预计可达到 27%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佳禾传媒有限公司 主要位于产业链的 中游 环节。</a:t>
            </a:r>
          </a:p>
          <a:p/>
          <a:p/>
          <a:p>
            <a:r>
              <a:t>根据内部财务模型测算，惠派国际公司科技有限公司 在未来三年</a:t>
            </a:r>
          </a:p>
          <a:p>
            <a:r>
              <a:t>收入复合增长率预计可达到 17%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半导体 行业的投资机会，并对 雨林木风计算机科技有限公司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