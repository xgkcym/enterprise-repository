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投资策略分析_20260403</a:t>
            </a:r>
          </a:p>
        </p:txBody>
      </p:sp>
      <p:sp>
        <p:nvSpPr>
          <p:cNvPr id="3" name="Subtitle 2"/>
          <p:cNvSpPr>
            <a:spLocks noGrp="1"/>
          </p:cNvSpPr>
          <p:nvPr>
            <p:ph type="subTitle" idx="1"/>
          </p:nvPr>
        </p:nvSpPr>
        <p:spPr/>
        <p:txBody>
          <a:bodyPr/>
          <a:lstStyle/>
          <a:p>
            <a:r>
              <a:t>分析师：张晶</a:t>
            </a:r>
          </a:p>
          <a:p>
            <a:r>
              <a:t>日期：2026-04-03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竞争格局分析</a:t>
            </a:r>
          </a:p>
        </p:txBody>
      </p:sp>
      <p:sp>
        <p:nvSpPr>
          <p:cNvPr id="3" name="Content Placeholder 2"/>
          <p:cNvSpPr>
            <a:spLocks noGrp="1"/>
          </p:cNvSpPr>
          <p:nvPr>
            <p:ph idx="1"/>
          </p:nvPr>
        </p:nvSpPr>
        <p:spPr/>
        <p:txBody>
          <a:bodyPr/>
          <a:lstStyle/>
          <a:p>
            <a:r>
              <a:t>当前行业呈现寡头垄断格局，头部三家企业合计占据超过60%的市场份额。市场集中度（CR3）在过去三年内由52%提升至61%，行业整合加速。领先企业凭借显著的规模效应、深厚的渠道网络及持续的研发投入，构筑了较高的竞争壁垒。新进入者面临资本与技术双重门槛，短期内难以撼动现有格局。预计未来竞争将主要围绕产品创新与细分市场渗透展开，价格战风险较低，行业利润率有望保持稳定。</a:t>
            </a:r>
          </a:p>
          <a:p/>
          <a:p>
            <a:r>
              <a:t>XX科技股份有限公司成立于2015年，是一家专注于人工智能解决方案的高新技术企业。截至2023年末，公司全球员工总数超过2，500人，其中研发人员占比达65%。根据其最新发布的年度报告，公司2023财年实现营业收入42.3亿元人民币，同比增长28.7%；净利润为5.8亿元，同比增长31.2%。公司核心业务在金融、智能制造及医疗健康领域的市场渗透率持续提升，展现出强劲的增长动能。</a:t>
            </a:r>
          </a:p>
          <a:p/>
          <a:p>
            <a:r>
              <a:t>XX科技成立于2015年，是一家专注于人工智能解决方案的提供商。截至2023年末，公司全球员工总数超过2,500人，研发人员占比达65%。根据其最新发布的年度财报，公司2023年实现营业收入42.3亿元人民币，同比增长31.5%；净利润为5.8亿元，净利率稳定在13.7%。其核心业务——云端AI服务收入占比已提升至58%，成为主要增长引擎。公司目前持有现金及等价物约18亿元，财务状况稳健。</a:t>
            </a:r>
          </a:p>
          <a:p/>
          <a:p>
            <a:r>
              <a:t>基于审慎的DCF模型与可比公司分析，我们对目标公司给予“持有”评级。当前股价已较为充分地反映了其稳健的盈利能力和约5%的预期年增长率。我们的目标价为25.6元，较现价上行空间有限。核心逻辑在于，尽管公司财务稳健、现金流充沛，但其所在行业增速放缓，且面临结构性挑战，短期内缺乏显著的估值催化剂。建议投资者等待更优的入场时机或更具吸引力的风险回报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投资逻辑</a:t>
            </a:r>
          </a:p>
        </p:txBody>
      </p:sp>
      <p:sp>
        <p:nvSpPr>
          <p:cNvPr id="3" name="Content Placeholder 2"/>
          <p:cNvSpPr>
            <a:spLocks noGrp="1"/>
          </p:cNvSpPr>
          <p:nvPr>
            <p:ph idx="1"/>
          </p:nvPr>
        </p:nvSpPr>
        <p:spPr/>
        <p:txBody>
          <a:bodyPr/>
          <a:lstStyle/>
          <a:p>
            <a:r>
              <a:t>基于前瞻性现金流折现模型，结合行业结构性增长机遇，我们对目标公司给出“买入”评级。核心逻辑在于其核心业务已进入盈利释放期，且在新兴市场的渗透率有望在未来三年内翻倍。我们预计其营收复合年增长率将达15%，高于行业平均。考虑到其技术护城河与清晰的扩张路径，设定12个月目标价为85元，较当前股价有约25%上行空间。关键风险在于行业监管政策的不确定性。</a:t>
            </a:r>
          </a:p>
          <a:p/>
          <a:p>
            <a:r>
              <a:t>XX股份有限公司成立于2005年，是一家专注于工业自动化设备研发与制造的国家级高新技术企业。公司目前拥有员工约1200名，其中研发人员占比超过30%。根据其最新发布的年度报告，公司2023年实现营业收入42.8亿元人民币，同比增长8.5%；归母净利润为5.2亿元，净利润率保持在12%以上，展现出稳健的盈利能力与良好的成本控制能力。公司财务状况健康，资产负债结构合理，长期致力于通过技术创新巩固其在细分市场的领先地位。</a:t>
            </a:r>
          </a:p>
          <a:p/>
          <a:p>
            <a:r>
              <a:t>基于对全球供应链的量化分析，我们观察到关键原材料（如半导体、锂）的库存周转天数在2023年Q4已降至历史低点，而物流成本指数较峰值回落35%。这预示着由库存周期驱动的补库需求可能成为未来两个季度的主要增长动力。我们预计，在数字化与近岸化趋势下，具备高可视性与弹性布局的供应链科技公司将优先受益，行业整体效率有望提升15-20%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供应链梳理</a:t>
            </a:r>
          </a:p>
        </p:txBody>
      </p:sp>
      <p:sp>
        <p:nvSpPr>
          <p:cNvPr id="3" name="Content Placeholder 2"/>
          <p:cNvSpPr>
            <a:spLocks noGrp="1"/>
          </p:cNvSpPr>
          <p:nvPr>
            <p:ph idx="1"/>
          </p:nvPr>
        </p:nvSpPr>
        <p:spPr/>
        <p:txBody>
          <a:bodyPr/>
          <a:lstStyle/>
          <a:p>
            <a:r>
              <a:t>我们认为，人工智能行业正步入由技术驱动转向大规模商业落地的关键阶段。预计到2027年，全球AI市场规模将突破4000亿美元，年复合增长率保持在30%以上。核心趋势在于生成式AI与垂直行业的深度融合，特别是在医疗研发、智能制造及企业软件服务领域将催生颠覆性应用。当前投资应聚焦于拥有核心算法、高质量数据壁垒及清晰商业化路径的头部平台型企业。</a:t>
            </a:r>
          </a:p>
          <a:p/>
          <a:p>
            <a:r>
              <a:t>当前市场情绪呈现谨慎乐观态势。尽管宏观经济数据出现边际改善，但投资者对通胀粘性与政策路径的担忧仍存，导致风险偏好修复缓慢。成交量与波动率指标显示市场处于观望状态。我们建议投资者保持防御性配置，侧重现金流稳定、估值合理的优质资产，并密切关注即将发布的CPI与PMI数据以验证经济复苏的持续性。短期内，市场或维持区间震荡格局。</a:t>
            </a:r>
          </a:p>
          <a:p/>
          <a:p>
            <a:r>
              <a:t>当前市场情绪正从过度悲观向谨慎乐观过渡。VIX指数已从近期高点回落约30%，但仍在长期均值上方，显示风险偏好有所修复但未达狂热。我们认为，情绪面的改善主要源于对宏观政策转向的预期，而非企业基本面的实质好转。未来一个季度，情绪驱动下的估值修复行情或将继续，但波动将显著加剧。投资者应警惕情绪反复，重点关注盈利确定性高的防御性板块，并利用市场波动进行再平衡。</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财务预测</a:t>
            </a:r>
          </a:p>
        </p:txBody>
      </p:sp>
      <p:sp>
        <p:nvSpPr>
          <p:cNvPr id="3" name="Content Placeholder 2"/>
          <p:cNvSpPr>
            <a:spLocks noGrp="1"/>
          </p:cNvSpPr>
          <p:nvPr>
            <p:ph idx="1"/>
          </p:nvPr>
        </p:nvSpPr>
        <p:spPr/>
        <p:txBody>
          <a:bodyPr/>
          <a:lstStyle/>
          <a:p>
            <a:r>
              <a:t>XX科技成立于2015年，现已成长为一家拥有超过2000名员工的行业新锐。公司专注于人工智能驱动的企业级解决方案，过去三年营收复合增长率高达45%，展现出强劲的增长动能。我们判断，其核心产品矩阵正深度契合产业数字化与智能化升级的长期趋势。凭借持续的研发投入和清晰的商业化路径，公司有望在未来三年内进一步扩大市场份额，巩固其在高增长赛道中的领先地位，具备显著的长期投资价值。</a:t>
            </a:r>
          </a:p>
          <a:p/>
          <a:p>
            <a:r>
              <a:t>基于对近期产业政策的量化分析，我们观察到新能源汽车购置税减免政策的延续对行业构成明确利好。2023年该政策直接拉动消费约**2000亿元**，预计2024年将继续贡献**15%-20%**的行业增速。我们上调行业评级至“增持”，核心逻辑在于政策确定性消除了市场最大疑虑，叠加渗透率提升的长期趋势，头部产业链公司有望在未来12个月内实现**25%**以上的盈利增长。</a:t>
            </a:r>
          </a:p>
          <a:p/>
          <a:p>
            <a:r>
              <a:t>当前全球云计算市场竞争呈现高度集中态势。根据Gartner数据，2023年全球IaaS市场规模达1500亿美元，年增速为20%。市场前三名厂商（亚马逊AWS、微软Azure、谷歌云）合计占据约65%的市场份额，形成稳固的寡头格局。行业趋势显示，竞争焦点正从基础设施向平台即服务（PaaS）和行业特定解决方案迁移，同时边缘计算与AI服务的融合成为关键增长驱动力。</a:t>
            </a:r>
          </a:p>
          <a:p/>
          <a:p>
            <a:r>
              <a:t>XX股份有限公司成立于1998年，是一家在[请在此处填写行业，例如：高端装备制造]领域深耕多年的领先企业。公司目前拥有员工约5,000名，2023年实现营业收入人民币152.3亿元，净利润达18.7亿元，过去五年营收复合年增长率（CAGR）保持在8.5%。公司财务状况稳健，资产负债率长期维持在40%以下的健康水平，并通过持续的高比例分红回馈股东。其业务聚焦主业，技术积累深厚，市场地位稳固，展现出较强的抗风险能力和可持续经营特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客户分析</a:t>
            </a:r>
          </a:p>
        </p:txBody>
      </p:sp>
      <p:sp>
        <p:nvSpPr>
          <p:cNvPr id="3" name="Content Placeholder 2"/>
          <p:cNvSpPr>
            <a:spLocks noGrp="1"/>
          </p:cNvSpPr>
          <p:nvPr>
            <p:ph idx="1"/>
          </p:nvPr>
        </p:nvSpPr>
        <p:spPr/>
        <p:txBody>
          <a:bodyPr/>
          <a:lstStyle/>
          <a:p>
            <a:r>
              <a:t>人工智能正重塑金融投资格局。全球AI在金融科技领域的市场规模预计于2025年突破550亿美元，年复合增长率超20%。核心趋势聚焦于算法驱动的量化交易、智能投顾的普惠化以及基于大数据的风险预警系统。该技术通过提升决策效率与风险管理精度，持续为行业创造显著阿尔法收益。</a:t>
            </a:r>
          </a:p>
          <a:p/>
          <a:p>
            <a:r>
              <a:t>XX科技成立于2015年，目前拥有超过2000名员工，2023年营收预计突破50亿元人民币。公司深度聚焦于人工智能驱动的工业软件赛道，其核心产品已在国内细分市场占据领先地位。我们看好其凭借持续的研发投入（研发费用率常年高于20%）和清晰的国产替代路径，有望在未来三年内实现市场份额与盈利能力的双重跃升，成为工业智能化浪潮中的关键赋能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客户分析</a:t>
            </a:r>
          </a:p>
        </p:txBody>
      </p:sp>
      <p:sp>
        <p:nvSpPr>
          <p:cNvPr id="3" name="Content Placeholder 2"/>
          <p:cNvSpPr>
            <a:spLocks noGrp="1"/>
          </p:cNvSpPr>
          <p:nvPr>
            <p:ph idx="1"/>
          </p:nvPr>
        </p:nvSpPr>
        <p:spPr/>
        <p:txBody>
          <a:bodyPr/>
          <a:lstStyle/>
          <a:p>
            <a:r>
              <a:t>**风险提示**</a:t>
            </a:r>
          </a:p>
          <a:p/>
          <a:p>
            <a:r>
              <a:t>投资涉及风险，包括但不限于市场风险、信用风险、流动性风险及特定行业风险。历史业绩不代表未来表现。当前全球宏观经济不确定性较高，主要央行货币政策路径可能引发市场波动加剧。地缘政治冲突与贸易摩擦持续构成潜在冲击。部分高估值资产对利率变动敏感，存在回调压力。投资者应审慎评估自身风险承受能力，进行多元化资产配置，并仔细阅读相关产品的法律文件。本内容不构成任何投资建议。</a:t>
            </a:r>
          </a:p>
          <a:p/>
          <a:p>
            <a:r>
              <a:t>展望未来，我们预见行业竞争格局将加速分化与重塑。在监管趋严与技术迭代的双重驱动下，市场份额将持续向具备规模效应、技术护城河及合规优势的头部企业集中。中小型参与者若无法在细分赛道建立独特优势或实现差异化创新，将面临严峻的生存压力。整体市场将从“增量扩张”转向“存量博弈”与“价值深耕”，并购整合活动预计将更为活跃，行业集中度（CR5）有望在未来三年内提升10-15个百分点。</a:t>
            </a:r>
          </a:p>
          <a:p/>
          <a:p>
            <a:r>
              <a:t>新能源汽车行业正经历结构性增长。2023年全球市场规模预计突破1万亿美元，年复合增长率保持在25%以上。核心驱动力来自各国明确的碳中和政策、电池技术持续降本以及消费端接受度快速提升。行业趋势呈现智能化与电动化深度融合，产业链利润中心逐步从制造向软件与服务环节迁移。当前投资应聚焦于具备全域自研能力与供应链整合优势的头部企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投资逻辑</a:t>
            </a:r>
          </a:p>
        </p:txBody>
      </p:sp>
      <p:sp>
        <p:nvSpPr>
          <p:cNvPr id="3" name="Content Placeholder 2"/>
          <p:cNvSpPr>
            <a:spLocks noGrp="1"/>
          </p:cNvSpPr>
          <p:nvPr>
            <p:ph idx="1"/>
          </p:nvPr>
        </p:nvSpPr>
        <p:spPr/>
        <p:txBody>
          <a:bodyPr/>
          <a:lstStyle/>
          <a:p>
            <a:r>
              <a:t>基于对全球供应链的量化分析，我们观察到关键趋势。2023年，全球供应链管理软件市场规模预计达189亿美元，年复合增长率（CAGR）为10.8%。数据表明，企业正加速向实时可视化与韧性建设转型，对物联网（IoT）和人工智能（AI）技术的采纳率年增超过25%。我们判断，投资应聚焦于具备端到端数据整合能力的平台型技术提供商。</a:t>
            </a:r>
          </a:p>
          <a:p/>
          <a:p>
            <a:r>
              <a:t>当前技术领域的投资应聚焦于具备坚实财务基础与清晰盈利路径的成熟企业。我们观察到，云计算、企业软件及半导体设备等细分赛道虽增长稳健，但估值已充分反映短期预期。建议采取防御性配置，优先选择现金流充沛、行业地位稳固的龙头企业。整体策略上，应规避商业模式尚未验证的早期概念，并密切关注全球利率周期对科技股估值体系的长期影响。</a:t>
            </a:r>
          </a:p>
          <a:p/>
          <a:p>
            <a:r>
              <a:t>当前技术领域的投资应聚焦于具备坚实基本面和清晰盈利路径的成熟企业。我们观察到，云计算与企业级软件服务市场虽增速从高位放缓，但仍维持约15%的稳健年增长率，其需求具备较强的抗周期性。人工智能的应用正从消费端向产业端深化，赋能传统行业降本增效的趋势明确。建议采取防御性配置，优先选择现金流充沛、估值合理的行业龙头，对估值过高的概念性标的保持谨慎。</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投资逻辑</a:t>
            </a:r>
          </a:p>
        </p:txBody>
      </p:sp>
      <p:sp>
        <p:nvSpPr>
          <p:cNvPr id="3" name="Content Placeholder 2"/>
          <p:cNvSpPr>
            <a:spLocks noGrp="1"/>
          </p:cNvSpPr>
          <p:nvPr>
            <p:ph idx="1"/>
          </p:nvPr>
        </p:nvSpPr>
        <p:spPr/>
        <p:txBody>
          <a:bodyPr/>
          <a:lstStyle/>
          <a:p>
            <a:r>
              <a:t>人工智能正重塑金融投资领域。预计到2027年，全球AI金融科技市场规模将超过600亿美元，年复合增长率超过20%。核心趋势包括：算法交易优化执行成本，智能投顾实现个性化资产配置，以及基于大数据的信用与风控模型。投资逻辑在于，具备核心算法、高质量数据与清晰应用场景的企业将获得结构性优势。建议关注该赛道中技术领先且商业模式成熟的头部平台。</a:t>
            </a:r>
          </a:p>
          <a:p/>
          <a:p>
            <a:r>
              <a:t>XX科技股份有限公司成立于2010年，是一家专注于人工智能算法研发与行业解决方案的高新技术企业。截至2023年末，公司全球员工总数超过2000人，其中研发人员占比达65%。根据其2023年度财报，公司全年实现营业收入58.7亿元人民币，同比增长32.4%；净利润为9.2亿元，展现出强劲的盈利能力和持续的增长势头。公司核心业务已覆盖金融、医疗及智能制造等多个高价值领域。</a:t>
            </a:r>
          </a:p>
          <a:p/>
          <a:p>
            <a:r>
              <a:t>基于DCF模型与可比公司分析，我们对XX公司进行估值。核心假设包括：未来五年营收年均复合增长率（CAGR）为15%，长期增长率稳定在3%，加权平均资本成本（WACC）设定为9.2%。经测算，公司合理股权价值为850亿元，对应每股目标价45元。当前股价38元存在约18%的上涨空间，主要驱动因素在于其市场份额的持续提升与新产品管线带来的盈利能见度。我们首次覆盖给予“买入”评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