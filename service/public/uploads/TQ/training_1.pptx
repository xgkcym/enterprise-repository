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根据内部财务模型测算，信诚致远科技有限公司 在未来三年</a:t>
            </a:r>
          </a:p>
          <a:p>
            <a:r>
              <a:t>收入复合增长率预计可达到 33%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通际名联科技有限公司 是中国 人工智能 行业的重要企业之一。</a:t>
            </a:r>
          </a:p>
          <a:p>
            <a:r>
              <a:t>根据华辰资本 量化研究部 的研究，该公司成立于 2011 年，</a:t>
            </a:r>
          </a:p>
          <a:p>
            <a:r>
              <a:t>目前员工规模约 6459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新格林耐特网络有限公司 是中国 人工智能 行业的重要企业之一。</a:t>
            </a:r>
          </a:p>
          <a:p>
            <a:r>
              <a:t>根据华辰资本 投资策略部 的研究，该公司成立于 2016 年，</a:t>
            </a:r>
          </a:p>
          <a:p>
            <a:r>
              <a:t>目前员工规模约 5006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根据内部财务模型测算，精芯信息有限公司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Quant Arbitrage Fund 在最近的资产配置会议中</a:t>
            </a:r>
          </a:p>
          <a:p>
            <a:r>
              <a:t>讨论了 新能源 行业的投资机会，并对 恩悌网络有限公司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根据内部财务模型测算，联通时科传媒有限公司 在未来三年</a:t>
            </a:r>
          </a:p>
          <a:p>
            <a:r>
              <a:t>收入复合增长率预计可达到 21%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中游 环节。</a:t>
            </a:r>
          </a:p>
          <a:p/>
          <a:p/>
          <a:p>
            <a:r>
              <a:t>从产业链角度看，机器人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图龙信息传媒有限公司 主要位于产业链的 上游 环节。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联软科技有限公司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联软网络有限公司 是中国 半导体 行业的重要企业之一。</a:t>
            </a:r>
          </a:p>
          <a:p>
            <a:r>
              <a:t>根据华辰资本 风险管理部 的研究，该公司成立于 2012 年，</a:t>
            </a:r>
          </a:p>
          <a:p>
            <a:r>
              <a:t>目前员工规模约 5582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风险管理部认为，机器人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根据内部财务模型测算，迪摩信息有限公司 在未来三年</a:t>
            </a:r>
          </a:p>
          <a:p>
            <a:r>
              <a:t>收入复合增长率预计可达到 17%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根据内部财务模型测算，九方传媒有限公司 在未来三年</a:t>
            </a:r>
          </a:p>
          <a:p>
            <a:r>
              <a:t>收入复合增长率预计可达到 10%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戴硕电子网络有限公司 是中国 新能源 行业的重要企业之一。</a:t>
            </a:r>
          </a:p>
          <a:p>
            <a:r>
              <a:t>根据华辰资本 风险管理部 的研究，该公司成立于 2016 年，</a:t>
            </a:r>
          </a:p>
          <a:p>
            <a:r>
              <a:t>目前员工规模约 2243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通际名联网络有限公司 是中国 机器人 行业的重要企业之一。</a:t>
            </a:r>
          </a:p>
          <a:p>
            <a:r>
              <a:t>根据华辰资本 资产配置委员会 的研究，该公司成立于 2016 年，</a:t>
            </a:r>
          </a:p>
          <a:p>
            <a:r>
              <a:t>目前员工规模约 3310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风险管理部认为，云计算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天开科技有限公司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根据内部财务模型测算，信诚致远网络有限公司 在未来三年</a:t>
            </a:r>
          </a:p>
          <a:p>
            <a:r>
              <a:t>收入复合增长率预计可达到 30%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华辰资本旗下的 HC AI Innovation Fund 在最近的资产配置会议中</a:t>
            </a:r>
          </a:p>
          <a:p>
            <a:r>
              <a:t>讨论了 新能源 行业的投资机会，并对 富罳网络有限公司</a:t>
            </a:r>
          </a:p>
          <a:p>
            <a:r>
              <a:t>进行了重点评估。</a:t>
            </a:r>
          </a:p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医疗科技 行业的投资机会，并对 九方传媒有限公司</a:t>
            </a:r>
          </a:p>
          <a:p>
            <a:r>
              <a:t>进行了重点评估。</a:t>
            </a:r>
          </a:p>
          <a:p/>
          <a:p/>
          <a:p>
            <a:r>
              <a:t>华辰资本旗下的 HC Alpha Growth Fund 在最近的资产配置会议中</a:t>
            </a:r>
          </a:p>
          <a:p>
            <a:r>
              <a:t>讨论了 消费科技 行业的投资机会，并对 鑫博腾飞信息有限公司</a:t>
            </a:r>
          </a:p>
          <a:p>
            <a:r>
              <a:t>进行了重点评估。</a:t>
            </a:r>
          </a:p>
          <a:p/>
          <a:p/>
          <a:p>
            <a:r>
              <a:t>风险管理部认为，新能源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创联世纪信息有限公司 是中国 云计算 行业的重要企业之一。</a:t>
            </a:r>
          </a:p>
          <a:p>
            <a:r>
              <a:t>根据华辰资本 资产配置委员会 的研究，该公司成立于 2005 年，</a:t>
            </a:r>
          </a:p>
          <a:p>
            <a:r>
              <a:t>目前员工规模约 3637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通际名联科技有限公司 是中国 人工智能 行业的重要企业之一。</a:t>
            </a:r>
          </a:p>
          <a:p>
            <a:r>
              <a:t>根据华辰资本 量化研究部 的研究，该公司成立于 2011 年，</a:t>
            </a:r>
          </a:p>
          <a:p>
            <a:r>
              <a:t>目前员工规模约 6459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根据内部财务模型测算，雨林木风计算机科技有限公司 在未来三年</a:t>
            </a:r>
          </a:p>
          <a:p>
            <a:r>
              <a:t>收入复合增长率预计可达到 26%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风险管理部认为，人工智能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雨林木风计算机科技有限公司 是中国 半导体 行业的重要企业之一。</a:t>
            </a:r>
          </a:p>
          <a:p>
            <a:r>
              <a:t>根据华辰资本 投资策略部 的研究，该公司成立于 2007 年，</a:t>
            </a:r>
          </a:p>
          <a:p>
            <a:r>
              <a:t>目前员工规模约 7826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天开科技有限公司 是中国 消费科技 行业的重要企业之一。</a:t>
            </a:r>
          </a:p>
          <a:p>
            <a:r>
              <a:t>根据华辰资本 量化研究部 的研究，该公司成立于 2010 年，</a:t>
            </a:r>
          </a:p>
          <a:p>
            <a:r>
              <a:t>目前员工规模约 2726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风险管理部认为，医疗科技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泰麒麟网络有限公司 是中国 云计算 行业的重要企业之一。</a:t>
            </a:r>
          </a:p>
          <a:p>
            <a:r>
              <a:t>根据华辰资本 量化研究部 的研究，该公司成立于 2010 年，</a:t>
            </a:r>
          </a:p>
          <a:p>
            <a:r>
              <a:t>目前员工规模约 4251 人。公司近年来持续加大研发投入，</a:t>
            </a:r>
          </a:p>
          <a:p>
            <a:r>
              <a:t>在核心技术方面形成了较强的竞争壁垒。</a:t>
            </a:r>
          </a:p>
          <a:p/>
          <a:p/>
          <a:p>
            <a:r>
              <a:t>从产业链角度看，半导体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联软网络有限公司 主要位于产业链的 下游 环节。</a:t>
            </a:r>
          </a:p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华辰资本旗下的 HC Global Macro Fund 在最近的资产配置会议中</a:t>
            </a:r>
          </a:p>
          <a:p>
            <a:r>
              <a:t>讨论了 新能源 行业的投资机会，并对 浦华众城网络有限公司</a:t>
            </a:r>
          </a:p>
          <a:p>
            <a:r>
              <a:t>进行了重点评估。</a:t>
            </a:r>
          </a:p>
          <a:p/>
          <a:p/>
          <a:p>
            <a:r>
              <a:t>根据内部财务模型测算，巨奥传媒有限公司 在未来三年</a:t>
            </a:r>
          </a:p>
          <a:p>
            <a:r>
              <a:t>收入复合增长率预计可达到 34%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中建创业科技有限公司 是中国 半导体 行业的重要企业之一。</a:t>
            </a:r>
          </a:p>
          <a:p>
            <a:r>
              <a:t>根据华辰资本 量化研究部 的研究，该公司成立于 2006 年，</a:t>
            </a:r>
          </a:p>
          <a:p>
            <a:r>
              <a:t>目前员工规模约 6832 人。公司近年来持续加大研发投入，</a:t>
            </a:r>
          </a:p>
          <a:p>
            <a:r>
              <a:t>在核心技术方面形成了较强的竞争壁垒。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根据内部财务模型测算，巨奥传媒有限公司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从产业链角度看，新能源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浦华众城网络有限公司 主要位于产业链的 上游 环节。</a:t>
            </a:r>
          </a:p>
          <a:p/>
          <a:p/>
          <a:p>
            <a:r>
              <a:t>根据内部财务模型测算，毕博诚信息有限公司 在未来三年</a:t>
            </a:r>
          </a:p>
          <a:p>
            <a:r>
              <a:t>收入复合增长率预计可达到 13%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根据内部财务模型测算，华泰通安网络有限公司 在未来三年</a:t>
            </a:r>
          </a:p>
          <a:p>
            <a:r>
              <a:t>收入复合增长率预计可达到 23% 左右。</a:t>
            </a:r>
          </a:p>
          <a:p>
            <a:r>
              <a:t>该预测基于行业需求增长以及公司产能扩张计划。</a:t>
            </a:r>
          </a:p>
          <a:p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下游 环节。</a:t>
            </a:r>
          </a:p>
          <a:p/>
          <a:p/>
          <a:p>
            <a:r>
              <a:t>根据内部财务模型测算，昊嘉科技有限公司 在未来三年</a:t>
            </a:r>
          </a:p>
          <a:p>
            <a:r>
              <a:t>收入复合增长率预计可达到 11%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投资策略分析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从产业链角度看，消费科技 行业主要由上游设备厂商、</a:t>
            </a:r>
          </a:p>
          <a:p>
            <a:r>
              <a:t>中游平台企业以及下游应用厂商组成。</a:t>
            </a:r>
          </a:p>
          <a:p>
            <a:r>
              <a:t>联软科技有限公司 主要位于产业链的 下游 环节。</a:t>
            </a:r>
          </a:p>
          <a:p/>
          <a:p/>
          <a:p>
            <a:r>
              <a:t>风险管理部认为，半导体 行业仍然面临若干</a:t>
            </a:r>
          </a:p>
          <a:p>
            <a:r>
              <a:t>不确定性因素，包括技术迭代风险、政策变化、</a:t>
            </a:r>
          </a:p>
          <a:p>
            <a:r>
              <a:t>以及市场竞争加剧等问题。</a:t>
            </a:r>
          </a:p>
          <a:p/>
          <a:p/>
          <a:p>
            <a:r>
              <a:t>根据内部财务模型测算，富罳网络有限公司 在未来三年</a:t>
            </a:r>
          </a:p>
          <a:p>
            <a:r>
              <a:t>收入复合增长率预计可达到 35% 左右。</a:t>
            </a:r>
          </a:p>
          <a:p>
            <a:r>
              <a:t>该预测基于行业需求增长以及公司产能扩张计划。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